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7" r:id="rId12"/>
    <p:sldId id="269" r:id="rId13"/>
    <p:sldId id="268" r:id="rId14"/>
    <p:sldId id="266" r:id="rId15"/>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1" d="100"/>
          <a:sy n="111" d="100"/>
        </p:scale>
        <p:origin x="634"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B0E49E05-E841-4394-851E-B631FDE5D313}" type="datetimeFigureOut">
              <a:rPr lang="en-US" smtClean="0"/>
              <a:t>12/8/2025</a:t>
            </a:fld>
            <a:endParaRPr lang="en-US"/>
          </a:p>
        </p:txBody>
      </p:sp>
      <p:sp>
        <p:nvSpPr>
          <p:cNvPr id="4" name="Slide Image Placeholder 3"/>
          <p:cNvSpPr>
            <a:spLocks noGrp="1" noRot="1" noChangeAspect="1"/>
          </p:cNvSpPr>
          <p:nvPr>
            <p:ph type="sldImg" idx="2"/>
          </p:nvPr>
        </p:nvSpPr>
        <p:spPr>
          <a:xfrm>
            <a:off x="2857500" y="385763"/>
            <a:ext cx="3429000" cy="1928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43163"/>
            <a:ext cx="7315200" cy="23145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4738"/>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4738"/>
            <a:ext cx="3962400" cy="257175"/>
          </a:xfrm>
          <a:prstGeom prst="rect">
            <a:avLst/>
          </a:prstGeom>
        </p:spPr>
        <p:txBody>
          <a:bodyPr vert="horz" lIns="91440" tIns="45720" rIns="91440" bIns="45720" rtlCol="0" anchor="b"/>
          <a:lstStyle>
            <a:lvl1pPr algn="r">
              <a:defRPr sz="1200"/>
            </a:lvl1pPr>
          </a:lstStyle>
          <a:p>
            <a:fld id="{F65D2C3B-1711-40A0-9A2D-63621AB292E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40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464652"/>
                </a:solidFill>
                <a:latin typeface="Times New Roman"/>
                <a:cs typeface="Times New Roman"/>
              </a:defRPr>
            </a:lvl1pPr>
          </a:lstStyle>
          <a:p>
            <a:pPr marL="802640">
              <a:lnSpc>
                <a:spcPts val="1410"/>
              </a:lnSpc>
            </a:pPr>
            <a:r>
              <a:rPr dirty="0"/>
              <a:t>EGB1201</a:t>
            </a:r>
            <a:r>
              <a:rPr spc="-40" dirty="0"/>
              <a:t> </a:t>
            </a:r>
            <a:r>
              <a:rPr dirty="0"/>
              <a:t>–</a:t>
            </a:r>
            <a:r>
              <a:rPr spc="-25" dirty="0"/>
              <a:t> </a:t>
            </a:r>
            <a:r>
              <a:rPr spc="-85" dirty="0"/>
              <a:t>JAVA</a:t>
            </a:r>
            <a:r>
              <a:rPr spc="-90" dirty="0"/>
              <a:t> </a:t>
            </a:r>
            <a:r>
              <a:rPr dirty="0"/>
              <a:t>PROGRAMMING</a:t>
            </a:r>
            <a:r>
              <a:rPr spc="-35" dirty="0"/>
              <a:t> </a:t>
            </a:r>
            <a:r>
              <a:rPr dirty="0"/>
              <a:t>–PROJECT</a:t>
            </a:r>
            <a:r>
              <a:rPr spc="-70" dirty="0"/>
              <a:t> </a:t>
            </a:r>
            <a:r>
              <a:rPr dirty="0"/>
              <a:t>REVIEW</a:t>
            </a:r>
            <a:r>
              <a:rPr spc="-5" dirty="0"/>
              <a:t> </a:t>
            </a:r>
            <a:r>
              <a:rPr spc="-50" dirty="0"/>
              <a:t>1</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pPr/>
              <a:t>12/8/2025</a:t>
            </a:fld>
            <a:endParaRPr lang="en-US"/>
          </a:p>
        </p:txBody>
      </p:sp>
      <p:sp>
        <p:nvSpPr>
          <p:cNvPr id="6" name="Holder 6"/>
          <p:cNvSpPr>
            <a:spLocks noGrp="1"/>
          </p:cNvSpPr>
          <p:nvPr>
            <p:ph type="sldNum" sz="quarter" idx="7"/>
          </p:nvPr>
        </p:nvSpPr>
        <p:spPr/>
        <p:txBody>
          <a:bodyPr lIns="0" tIns="0" rIns="0" bIns="0"/>
          <a:lstStyle>
            <a:lvl1pPr>
              <a:defRPr sz="1400" b="0" i="0">
                <a:solidFill>
                  <a:srgbClr val="464652"/>
                </a:solidFill>
                <a:latin typeface="Trebuchet MS"/>
                <a:cs typeface="Trebuchet MS"/>
              </a:defRPr>
            </a:lvl1pPr>
          </a:lstStyle>
          <a:p>
            <a:pPr marL="38100">
              <a:lnSpc>
                <a:spcPct val="100000"/>
              </a:lnSpc>
              <a:spcBef>
                <a:spcPts val="5"/>
              </a:spcBef>
            </a:pPr>
            <a:fld id="{81D60167-4931-47E6-BA6A-407CBD079E47}" type="slidenum">
              <a:rPr spc="-50" dirty="0"/>
              <a:pPr marL="38100">
                <a:lnSpc>
                  <a:spcPct val="100000"/>
                </a:lnSpc>
                <a:spcBef>
                  <a:spcPts val="5"/>
                </a:spcBef>
              </a:pPr>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464652"/>
                </a:solidFill>
                <a:latin typeface="Times New Roman"/>
                <a:cs typeface="Times New Roman"/>
              </a:defRPr>
            </a:lvl1pPr>
          </a:lstStyle>
          <a:p>
            <a:pPr marL="802640">
              <a:lnSpc>
                <a:spcPts val="1410"/>
              </a:lnSpc>
            </a:pPr>
            <a:r>
              <a:rPr dirty="0"/>
              <a:t>EGB1201</a:t>
            </a:r>
            <a:r>
              <a:rPr spc="-40" dirty="0"/>
              <a:t> </a:t>
            </a:r>
            <a:r>
              <a:rPr dirty="0"/>
              <a:t>–</a:t>
            </a:r>
            <a:r>
              <a:rPr spc="-25" dirty="0"/>
              <a:t> </a:t>
            </a:r>
            <a:r>
              <a:rPr spc="-85" dirty="0"/>
              <a:t>JAVA</a:t>
            </a:r>
            <a:r>
              <a:rPr spc="-90" dirty="0"/>
              <a:t> </a:t>
            </a:r>
            <a:r>
              <a:rPr dirty="0"/>
              <a:t>PROGRAMMING</a:t>
            </a:r>
            <a:r>
              <a:rPr spc="-35" dirty="0"/>
              <a:t> </a:t>
            </a:r>
            <a:r>
              <a:rPr dirty="0"/>
              <a:t>–PROJECT</a:t>
            </a:r>
            <a:r>
              <a:rPr spc="-70" dirty="0"/>
              <a:t> </a:t>
            </a:r>
            <a:r>
              <a:rPr dirty="0"/>
              <a:t>REVIEW</a:t>
            </a:r>
            <a:r>
              <a:rPr spc="-5" dirty="0"/>
              <a:t> </a:t>
            </a:r>
            <a:r>
              <a:rPr spc="-50" dirty="0"/>
              <a:t>1</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pPr/>
              <a:t>12/8/2025</a:t>
            </a:fld>
            <a:endParaRPr lang="en-US"/>
          </a:p>
        </p:txBody>
      </p:sp>
      <p:sp>
        <p:nvSpPr>
          <p:cNvPr id="6" name="Holder 6"/>
          <p:cNvSpPr>
            <a:spLocks noGrp="1"/>
          </p:cNvSpPr>
          <p:nvPr>
            <p:ph type="sldNum" sz="quarter" idx="7"/>
          </p:nvPr>
        </p:nvSpPr>
        <p:spPr/>
        <p:txBody>
          <a:bodyPr lIns="0" tIns="0" rIns="0" bIns="0"/>
          <a:lstStyle>
            <a:lvl1pPr>
              <a:defRPr sz="1400" b="0" i="0">
                <a:solidFill>
                  <a:srgbClr val="464652"/>
                </a:solidFill>
                <a:latin typeface="Trebuchet MS"/>
                <a:cs typeface="Trebuchet MS"/>
              </a:defRPr>
            </a:lvl1pPr>
          </a:lstStyle>
          <a:p>
            <a:pPr marL="38100">
              <a:lnSpc>
                <a:spcPct val="100000"/>
              </a:lnSpc>
              <a:spcBef>
                <a:spcPts val="5"/>
              </a:spcBef>
            </a:pPr>
            <a:fld id="{81D60167-4931-47E6-BA6A-407CBD079E47}" type="slidenum">
              <a:rPr spc="-50" dirty="0"/>
              <a:pPr marL="38100">
                <a:lnSpc>
                  <a:spcPct val="100000"/>
                </a:lnSpc>
                <a:spcBef>
                  <a:spcPts val="5"/>
                </a:spcBef>
              </a:pPr>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464652"/>
                </a:solidFill>
                <a:latin typeface="Times New Roman"/>
                <a:cs typeface="Times New Roman"/>
              </a:defRPr>
            </a:lvl1pPr>
          </a:lstStyle>
          <a:p>
            <a:pPr marL="802640">
              <a:lnSpc>
                <a:spcPts val="1410"/>
              </a:lnSpc>
            </a:pPr>
            <a:r>
              <a:rPr dirty="0"/>
              <a:t>EGB1201</a:t>
            </a:r>
            <a:r>
              <a:rPr spc="-40" dirty="0"/>
              <a:t> </a:t>
            </a:r>
            <a:r>
              <a:rPr dirty="0"/>
              <a:t>–</a:t>
            </a:r>
            <a:r>
              <a:rPr spc="-25" dirty="0"/>
              <a:t> </a:t>
            </a:r>
            <a:r>
              <a:rPr spc="-85" dirty="0"/>
              <a:t>JAVA</a:t>
            </a:r>
            <a:r>
              <a:rPr spc="-90" dirty="0"/>
              <a:t> </a:t>
            </a:r>
            <a:r>
              <a:rPr dirty="0"/>
              <a:t>PROGRAMMING</a:t>
            </a:r>
            <a:r>
              <a:rPr spc="-35" dirty="0"/>
              <a:t> </a:t>
            </a:r>
            <a:r>
              <a:rPr dirty="0"/>
              <a:t>–PROJECT</a:t>
            </a:r>
            <a:r>
              <a:rPr spc="-70" dirty="0"/>
              <a:t> </a:t>
            </a:r>
            <a:r>
              <a:rPr dirty="0"/>
              <a:t>REVIEW</a:t>
            </a:r>
            <a:r>
              <a:rPr spc="-5" dirty="0"/>
              <a:t> </a:t>
            </a:r>
            <a:r>
              <a:rPr spc="-50" dirty="0"/>
              <a:t>1</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pPr/>
              <a:t>12/8/2025</a:t>
            </a:fld>
            <a:endParaRPr lang="en-US"/>
          </a:p>
        </p:txBody>
      </p:sp>
      <p:sp>
        <p:nvSpPr>
          <p:cNvPr id="7" name="Holder 7"/>
          <p:cNvSpPr>
            <a:spLocks noGrp="1"/>
          </p:cNvSpPr>
          <p:nvPr>
            <p:ph type="sldNum" sz="quarter" idx="7"/>
          </p:nvPr>
        </p:nvSpPr>
        <p:spPr/>
        <p:txBody>
          <a:bodyPr lIns="0" tIns="0" rIns="0" bIns="0"/>
          <a:lstStyle>
            <a:lvl1pPr>
              <a:defRPr sz="1400" b="0" i="0">
                <a:solidFill>
                  <a:srgbClr val="464652"/>
                </a:solidFill>
                <a:latin typeface="Trebuchet MS"/>
                <a:cs typeface="Trebuchet MS"/>
              </a:defRPr>
            </a:lvl1pPr>
          </a:lstStyle>
          <a:p>
            <a:pPr marL="38100">
              <a:lnSpc>
                <a:spcPct val="100000"/>
              </a:lnSpc>
              <a:spcBef>
                <a:spcPts val="5"/>
              </a:spcBef>
            </a:pPr>
            <a:fld id="{81D60167-4931-47E6-BA6A-407CBD079E47}" type="slidenum">
              <a:rPr spc="-50" dirty="0"/>
              <a:pPr marL="38100">
                <a:lnSpc>
                  <a:spcPct val="100000"/>
                </a:lnSpc>
                <a:spcBef>
                  <a:spcPts val="5"/>
                </a:spcBef>
              </a:pPr>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464652"/>
                </a:solidFill>
                <a:latin typeface="Times New Roman"/>
                <a:cs typeface="Times New Roman"/>
              </a:defRPr>
            </a:lvl1pPr>
          </a:lstStyle>
          <a:p>
            <a:pPr marL="802640">
              <a:lnSpc>
                <a:spcPts val="1410"/>
              </a:lnSpc>
            </a:pPr>
            <a:r>
              <a:rPr dirty="0"/>
              <a:t>EGB1201</a:t>
            </a:r>
            <a:r>
              <a:rPr spc="-40" dirty="0"/>
              <a:t> </a:t>
            </a:r>
            <a:r>
              <a:rPr dirty="0"/>
              <a:t>–</a:t>
            </a:r>
            <a:r>
              <a:rPr spc="-25" dirty="0"/>
              <a:t> </a:t>
            </a:r>
            <a:r>
              <a:rPr spc="-85" dirty="0"/>
              <a:t>JAVA</a:t>
            </a:r>
            <a:r>
              <a:rPr spc="-90" dirty="0"/>
              <a:t> </a:t>
            </a:r>
            <a:r>
              <a:rPr dirty="0"/>
              <a:t>PROGRAMMING</a:t>
            </a:r>
            <a:r>
              <a:rPr spc="-35" dirty="0"/>
              <a:t> </a:t>
            </a:r>
            <a:r>
              <a:rPr dirty="0"/>
              <a:t>–PROJECT</a:t>
            </a:r>
            <a:r>
              <a:rPr spc="-70" dirty="0"/>
              <a:t> </a:t>
            </a:r>
            <a:r>
              <a:rPr dirty="0"/>
              <a:t>REVIEW</a:t>
            </a:r>
            <a:r>
              <a:rPr spc="-5" dirty="0"/>
              <a:t> </a:t>
            </a:r>
            <a:r>
              <a:rPr spc="-50" dirty="0"/>
              <a:t>1</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pPr/>
              <a:t>12/8/2025</a:t>
            </a:fld>
            <a:endParaRPr lang="en-US"/>
          </a:p>
        </p:txBody>
      </p:sp>
      <p:sp>
        <p:nvSpPr>
          <p:cNvPr id="5" name="Holder 5"/>
          <p:cNvSpPr>
            <a:spLocks noGrp="1"/>
          </p:cNvSpPr>
          <p:nvPr>
            <p:ph type="sldNum" sz="quarter" idx="7"/>
          </p:nvPr>
        </p:nvSpPr>
        <p:spPr/>
        <p:txBody>
          <a:bodyPr lIns="0" tIns="0" rIns="0" bIns="0"/>
          <a:lstStyle>
            <a:lvl1pPr>
              <a:defRPr sz="1400" b="0" i="0">
                <a:solidFill>
                  <a:srgbClr val="464652"/>
                </a:solidFill>
                <a:latin typeface="Trebuchet MS"/>
                <a:cs typeface="Trebuchet MS"/>
              </a:defRPr>
            </a:lvl1pPr>
          </a:lstStyle>
          <a:p>
            <a:pPr marL="38100">
              <a:lnSpc>
                <a:spcPct val="100000"/>
              </a:lnSpc>
              <a:spcBef>
                <a:spcPts val="5"/>
              </a:spcBef>
            </a:pPr>
            <a:fld id="{81D60167-4931-47E6-BA6A-407CBD079E47}" type="slidenum">
              <a:rPr spc="-50" dirty="0"/>
              <a:pPr marL="38100">
                <a:lnSpc>
                  <a:spcPct val="100000"/>
                </a:lnSpc>
                <a:spcBef>
                  <a:spcPts val="5"/>
                </a:spcBef>
              </a:pPr>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464652"/>
                </a:solidFill>
                <a:latin typeface="Times New Roman"/>
                <a:cs typeface="Times New Roman"/>
              </a:defRPr>
            </a:lvl1pPr>
          </a:lstStyle>
          <a:p>
            <a:pPr marL="802640">
              <a:lnSpc>
                <a:spcPts val="1410"/>
              </a:lnSpc>
            </a:pPr>
            <a:r>
              <a:rPr dirty="0"/>
              <a:t>EGB1201</a:t>
            </a:r>
            <a:r>
              <a:rPr spc="-40" dirty="0"/>
              <a:t> </a:t>
            </a:r>
            <a:r>
              <a:rPr dirty="0"/>
              <a:t>–</a:t>
            </a:r>
            <a:r>
              <a:rPr spc="-25" dirty="0"/>
              <a:t> </a:t>
            </a:r>
            <a:r>
              <a:rPr spc="-85" dirty="0"/>
              <a:t>JAVA</a:t>
            </a:r>
            <a:r>
              <a:rPr spc="-90" dirty="0"/>
              <a:t> </a:t>
            </a:r>
            <a:r>
              <a:rPr dirty="0"/>
              <a:t>PROGRAMMING</a:t>
            </a:r>
            <a:r>
              <a:rPr spc="-35" dirty="0"/>
              <a:t> </a:t>
            </a:r>
            <a:r>
              <a:rPr dirty="0"/>
              <a:t>–PROJECT</a:t>
            </a:r>
            <a:r>
              <a:rPr spc="-70" dirty="0"/>
              <a:t> </a:t>
            </a:r>
            <a:r>
              <a:rPr dirty="0"/>
              <a:t>REVIEW</a:t>
            </a:r>
            <a:r>
              <a:rPr spc="-5" dirty="0"/>
              <a:t> </a:t>
            </a:r>
            <a:r>
              <a:rPr spc="-50" dirty="0"/>
              <a:t>1</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pPr/>
              <a:t>12/8/2025</a:t>
            </a:fld>
            <a:endParaRPr lang="en-US"/>
          </a:p>
        </p:txBody>
      </p:sp>
      <p:sp>
        <p:nvSpPr>
          <p:cNvPr id="4" name="Holder 4"/>
          <p:cNvSpPr>
            <a:spLocks noGrp="1"/>
          </p:cNvSpPr>
          <p:nvPr>
            <p:ph type="sldNum" sz="quarter" idx="7"/>
          </p:nvPr>
        </p:nvSpPr>
        <p:spPr/>
        <p:txBody>
          <a:bodyPr lIns="0" tIns="0" rIns="0" bIns="0"/>
          <a:lstStyle>
            <a:lvl1pPr>
              <a:defRPr sz="1400" b="0" i="0">
                <a:solidFill>
                  <a:srgbClr val="464652"/>
                </a:solidFill>
                <a:latin typeface="Trebuchet MS"/>
                <a:cs typeface="Trebuchet MS"/>
              </a:defRPr>
            </a:lvl1pPr>
          </a:lstStyle>
          <a:p>
            <a:pPr marL="38100">
              <a:lnSpc>
                <a:spcPct val="100000"/>
              </a:lnSpc>
              <a:spcBef>
                <a:spcPts val="5"/>
              </a:spcBef>
            </a:pPr>
            <a:fld id="{81D60167-4931-47E6-BA6A-407CBD079E47}" type="slidenum">
              <a:rPr spc="-50" dirty="0"/>
              <a:pPr marL="38100">
                <a:lnSpc>
                  <a:spcPct val="100000"/>
                </a:lnSpc>
                <a:spcBef>
                  <a:spcPts val="5"/>
                </a:spcBef>
              </a:pPr>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5143500"/>
          </a:xfrm>
          <a:prstGeom prst="rect">
            <a:avLst/>
          </a:prstGeom>
        </p:spPr>
      </p:pic>
      <p:sp>
        <p:nvSpPr>
          <p:cNvPr id="17" name="bg object 17"/>
          <p:cNvSpPr/>
          <p:nvPr/>
        </p:nvSpPr>
        <p:spPr>
          <a:xfrm>
            <a:off x="457200" y="4764875"/>
            <a:ext cx="8229600" cy="0"/>
          </a:xfrm>
          <a:custGeom>
            <a:avLst/>
            <a:gdLst/>
            <a:ahLst/>
            <a:cxnLst/>
            <a:rect l="l" t="t" r="r" b="b"/>
            <a:pathLst>
              <a:path w="8229600">
                <a:moveTo>
                  <a:pt x="0" y="0"/>
                </a:moveTo>
                <a:lnTo>
                  <a:pt x="8229600" y="0"/>
                </a:lnTo>
              </a:path>
            </a:pathLst>
          </a:custGeom>
          <a:ln w="12700">
            <a:solidFill>
              <a:srgbClr val="9FB8CD"/>
            </a:solidFill>
            <a:prstDash val="sysDash"/>
          </a:ln>
        </p:spPr>
        <p:txBody>
          <a:bodyPr wrap="square" lIns="0" tIns="0" rIns="0" bIns="0" rtlCol="0"/>
          <a:lstStyle/>
          <a:p>
            <a:endParaRPr/>
          </a:p>
        </p:txBody>
      </p:sp>
      <p:sp>
        <p:nvSpPr>
          <p:cNvPr id="18" name="bg object 18"/>
          <p:cNvSpPr/>
          <p:nvPr/>
        </p:nvSpPr>
        <p:spPr>
          <a:xfrm>
            <a:off x="457200" y="857250"/>
            <a:ext cx="8229600" cy="0"/>
          </a:xfrm>
          <a:custGeom>
            <a:avLst/>
            <a:gdLst/>
            <a:ahLst/>
            <a:cxnLst/>
            <a:rect l="l" t="t" r="r" b="b"/>
            <a:pathLst>
              <a:path w="8229600">
                <a:moveTo>
                  <a:pt x="0" y="0"/>
                </a:moveTo>
                <a:lnTo>
                  <a:pt x="8229600" y="0"/>
                </a:lnTo>
              </a:path>
            </a:pathLst>
          </a:custGeom>
          <a:ln w="12700">
            <a:solidFill>
              <a:srgbClr val="9FB8CD"/>
            </a:solidFill>
            <a:prstDash val="sysDash"/>
          </a:ln>
        </p:spPr>
        <p:txBody>
          <a:bodyPr wrap="square" lIns="0" tIns="0" rIns="0" bIns="0" rtlCol="0"/>
          <a:lstStyle/>
          <a:p>
            <a:endParaRPr/>
          </a:p>
        </p:txBody>
      </p:sp>
      <p:sp>
        <p:nvSpPr>
          <p:cNvPr id="19" name="bg object 19"/>
          <p:cNvSpPr/>
          <p:nvPr/>
        </p:nvSpPr>
        <p:spPr>
          <a:xfrm>
            <a:off x="454367" y="4824158"/>
            <a:ext cx="120650" cy="143510"/>
          </a:xfrm>
          <a:custGeom>
            <a:avLst/>
            <a:gdLst/>
            <a:ahLst/>
            <a:cxnLst/>
            <a:rect l="l" t="t" r="r" b="b"/>
            <a:pathLst>
              <a:path w="120650" h="143510">
                <a:moveTo>
                  <a:pt x="0" y="0"/>
                </a:moveTo>
                <a:lnTo>
                  <a:pt x="0" y="143128"/>
                </a:lnTo>
                <a:lnTo>
                  <a:pt x="120319" y="71564"/>
                </a:lnTo>
                <a:lnTo>
                  <a:pt x="0" y="0"/>
                </a:lnTo>
                <a:close/>
              </a:path>
            </a:pathLst>
          </a:custGeom>
          <a:solidFill>
            <a:srgbClr val="9FB8CD"/>
          </a:solidFill>
        </p:spPr>
        <p:txBody>
          <a:bodyPr wrap="square" lIns="0" tIns="0" rIns="0" bIns="0" rtlCol="0"/>
          <a:lstStyle/>
          <a:p>
            <a:endParaRPr/>
          </a:p>
        </p:txBody>
      </p:sp>
      <p:sp>
        <p:nvSpPr>
          <p:cNvPr id="2" name="Holder 2"/>
          <p:cNvSpPr>
            <a:spLocks noGrp="1"/>
          </p:cNvSpPr>
          <p:nvPr>
            <p:ph type="title"/>
          </p:nvPr>
        </p:nvSpPr>
        <p:spPr>
          <a:xfrm>
            <a:off x="457200" y="172592"/>
            <a:ext cx="8229600" cy="635000"/>
          </a:xfrm>
          <a:prstGeom prst="rect">
            <a:avLst/>
          </a:prstGeom>
        </p:spPr>
        <p:txBody>
          <a:bodyPr wrap="square" lIns="0" tIns="0" rIns="0" bIns="0">
            <a:spAutoFit/>
          </a:bodyPr>
          <a:lstStyle>
            <a:lvl1pPr>
              <a:defRPr sz="4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535940" y="937005"/>
            <a:ext cx="8056880" cy="3181350"/>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2091308" y="4806620"/>
            <a:ext cx="4838954" cy="232410"/>
          </a:xfrm>
          <a:prstGeom prst="rect">
            <a:avLst/>
          </a:prstGeom>
        </p:spPr>
        <p:txBody>
          <a:bodyPr wrap="square" lIns="0" tIns="0" rIns="0" bIns="0">
            <a:spAutoFit/>
          </a:bodyPr>
          <a:lstStyle>
            <a:lvl1pPr>
              <a:defRPr sz="1200" b="0" i="0">
                <a:solidFill>
                  <a:srgbClr val="464652"/>
                </a:solidFill>
                <a:latin typeface="Times New Roman"/>
                <a:cs typeface="Times New Roman"/>
              </a:defRPr>
            </a:lvl1pPr>
          </a:lstStyle>
          <a:p>
            <a:pPr marL="802640">
              <a:lnSpc>
                <a:spcPts val="1410"/>
              </a:lnSpc>
            </a:pPr>
            <a:r>
              <a:rPr dirty="0"/>
              <a:t>EGB1201</a:t>
            </a:r>
            <a:r>
              <a:rPr spc="-40" dirty="0"/>
              <a:t> </a:t>
            </a:r>
            <a:r>
              <a:rPr dirty="0"/>
              <a:t>–</a:t>
            </a:r>
            <a:r>
              <a:rPr spc="-25" dirty="0"/>
              <a:t> </a:t>
            </a:r>
            <a:r>
              <a:rPr spc="-85" dirty="0"/>
              <a:t>JAVA</a:t>
            </a:r>
            <a:r>
              <a:rPr spc="-90" dirty="0"/>
              <a:t> </a:t>
            </a:r>
            <a:r>
              <a:rPr dirty="0"/>
              <a:t>PROGRAMMING</a:t>
            </a:r>
            <a:r>
              <a:rPr spc="-35" dirty="0"/>
              <a:t> </a:t>
            </a:r>
            <a:r>
              <a:rPr dirty="0"/>
              <a:t>–PROJECT</a:t>
            </a:r>
            <a:r>
              <a:rPr spc="-70" dirty="0"/>
              <a:t> </a:t>
            </a:r>
            <a:r>
              <a:rPr dirty="0"/>
              <a:t>REVIEW</a:t>
            </a:r>
            <a:r>
              <a:rPr spc="-5" dirty="0"/>
              <a:t> </a:t>
            </a:r>
            <a:r>
              <a:rPr spc="-50" dirty="0"/>
              <a:t>1</a:t>
            </a: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smtClean="0"/>
              <a:pPr/>
              <a:t>12/8/2025</a:t>
            </a:fld>
            <a:endParaRPr lang="en-US"/>
          </a:p>
        </p:txBody>
      </p:sp>
      <p:sp>
        <p:nvSpPr>
          <p:cNvPr id="6" name="Holder 6"/>
          <p:cNvSpPr>
            <a:spLocks noGrp="1"/>
          </p:cNvSpPr>
          <p:nvPr>
            <p:ph type="sldNum" sz="quarter" idx="7"/>
          </p:nvPr>
        </p:nvSpPr>
        <p:spPr>
          <a:xfrm>
            <a:off x="665987" y="4806620"/>
            <a:ext cx="231140" cy="232410"/>
          </a:xfrm>
          <a:prstGeom prst="rect">
            <a:avLst/>
          </a:prstGeom>
        </p:spPr>
        <p:txBody>
          <a:bodyPr wrap="square" lIns="0" tIns="0" rIns="0" bIns="0">
            <a:spAutoFit/>
          </a:bodyPr>
          <a:lstStyle>
            <a:lvl1pPr>
              <a:defRPr sz="1400" b="0" i="0">
                <a:solidFill>
                  <a:srgbClr val="464652"/>
                </a:solidFill>
                <a:latin typeface="Trebuchet MS"/>
                <a:cs typeface="Trebuchet MS"/>
              </a:defRPr>
            </a:lvl1pPr>
          </a:lstStyle>
          <a:p>
            <a:pPr marL="38100">
              <a:lnSpc>
                <a:spcPct val="100000"/>
              </a:lnSpc>
              <a:spcBef>
                <a:spcPts val="5"/>
              </a:spcBef>
            </a:pPr>
            <a:fld id="{81D60167-4931-47E6-BA6A-407CBD079E47}" type="slidenum">
              <a:rPr spc="-50" dirty="0"/>
              <a:pPr marL="38100">
                <a:lnSpc>
                  <a:spcPct val="100000"/>
                </a:lnSpc>
                <a:spcBef>
                  <a:spcPts val="5"/>
                </a:spcBef>
              </a:pPr>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5143500"/>
            <a:chOff x="0" y="0"/>
            <a:chExt cx="9144000" cy="5143500"/>
          </a:xfrm>
        </p:grpSpPr>
        <p:pic>
          <p:nvPicPr>
            <p:cNvPr id="3" name="object 3"/>
            <p:cNvPicPr/>
            <p:nvPr/>
          </p:nvPicPr>
          <p:blipFill>
            <a:blip r:embed="rId2" cstate="print"/>
            <a:stretch>
              <a:fillRect/>
            </a:stretch>
          </p:blipFill>
          <p:spPr>
            <a:xfrm>
              <a:off x="0" y="0"/>
              <a:ext cx="9144000" cy="5143500"/>
            </a:xfrm>
            <a:prstGeom prst="rect">
              <a:avLst/>
            </a:prstGeom>
          </p:spPr>
        </p:pic>
        <p:sp>
          <p:nvSpPr>
            <p:cNvPr id="4" name="object 4"/>
            <p:cNvSpPr/>
            <p:nvPr/>
          </p:nvSpPr>
          <p:spPr>
            <a:xfrm>
              <a:off x="457200" y="4764875"/>
              <a:ext cx="8229600" cy="0"/>
            </a:xfrm>
            <a:custGeom>
              <a:avLst/>
              <a:gdLst/>
              <a:ahLst/>
              <a:cxnLst/>
              <a:rect l="l" t="t" r="r" b="b"/>
              <a:pathLst>
                <a:path w="8229600">
                  <a:moveTo>
                    <a:pt x="0" y="0"/>
                  </a:moveTo>
                  <a:lnTo>
                    <a:pt x="8229600" y="0"/>
                  </a:lnTo>
                </a:path>
              </a:pathLst>
            </a:custGeom>
            <a:ln w="12700">
              <a:solidFill>
                <a:srgbClr val="9FB8CD"/>
              </a:solidFill>
              <a:prstDash val="sysDash"/>
            </a:ln>
          </p:spPr>
          <p:txBody>
            <a:bodyPr wrap="square" lIns="0" tIns="0" rIns="0" bIns="0" rtlCol="0"/>
            <a:lstStyle/>
            <a:p>
              <a:endParaRPr/>
            </a:p>
          </p:txBody>
        </p:sp>
      </p:grpSp>
      <p:sp>
        <p:nvSpPr>
          <p:cNvPr id="5" name="object 5"/>
          <p:cNvSpPr/>
          <p:nvPr/>
        </p:nvSpPr>
        <p:spPr>
          <a:xfrm>
            <a:off x="454367" y="4824158"/>
            <a:ext cx="120650" cy="143510"/>
          </a:xfrm>
          <a:custGeom>
            <a:avLst/>
            <a:gdLst/>
            <a:ahLst/>
            <a:cxnLst/>
            <a:rect l="l" t="t" r="r" b="b"/>
            <a:pathLst>
              <a:path w="120650" h="143510">
                <a:moveTo>
                  <a:pt x="0" y="0"/>
                </a:moveTo>
                <a:lnTo>
                  <a:pt x="0" y="143128"/>
                </a:lnTo>
                <a:lnTo>
                  <a:pt x="120319" y="71564"/>
                </a:lnTo>
                <a:lnTo>
                  <a:pt x="0" y="0"/>
                </a:lnTo>
                <a:close/>
              </a:path>
            </a:pathLst>
          </a:custGeom>
          <a:solidFill>
            <a:srgbClr val="9FB8CD"/>
          </a:solidFill>
        </p:spPr>
        <p:txBody>
          <a:bodyPr wrap="square" lIns="0" tIns="0" rIns="0" bIns="0" rtlCol="0"/>
          <a:lstStyle/>
          <a:p>
            <a:endParaRPr/>
          </a:p>
        </p:txBody>
      </p:sp>
      <p:grpSp>
        <p:nvGrpSpPr>
          <p:cNvPr id="6" name="object 6"/>
          <p:cNvGrpSpPr/>
          <p:nvPr/>
        </p:nvGrpSpPr>
        <p:grpSpPr>
          <a:xfrm>
            <a:off x="0" y="63"/>
            <a:ext cx="9144000" cy="1052830"/>
            <a:chOff x="0" y="63"/>
            <a:chExt cx="9144000" cy="1052830"/>
          </a:xfrm>
        </p:grpSpPr>
        <p:sp>
          <p:nvSpPr>
            <p:cNvPr id="7" name="object 7"/>
            <p:cNvSpPr/>
            <p:nvPr/>
          </p:nvSpPr>
          <p:spPr>
            <a:xfrm>
              <a:off x="0" y="63"/>
              <a:ext cx="9144000" cy="1052830"/>
            </a:xfrm>
            <a:custGeom>
              <a:avLst/>
              <a:gdLst/>
              <a:ahLst/>
              <a:cxnLst/>
              <a:rect l="l" t="t" r="r" b="b"/>
              <a:pathLst>
                <a:path w="9144000" h="1052830">
                  <a:moveTo>
                    <a:pt x="9144000" y="0"/>
                  </a:moveTo>
                  <a:lnTo>
                    <a:pt x="0" y="0"/>
                  </a:lnTo>
                  <a:lnTo>
                    <a:pt x="0" y="1052512"/>
                  </a:lnTo>
                  <a:lnTo>
                    <a:pt x="9144000" y="1052512"/>
                  </a:lnTo>
                  <a:lnTo>
                    <a:pt x="9144000" y="0"/>
                  </a:lnTo>
                  <a:close/>
                </a:path>
              </a:pathLst>
            </a:custGeom>
            <a:solidFill>
              <a:schemeClr val="accent5">
                <a:lumMod val="75000"/>
              </a:schemeClr>
            </a:solidFill>
          </p:spPr>
          <p:txBody>
            <a:bodyPr wrap="square" lIns="0" tIns="0" rIns="0" bIns="0" rtlCol="0"/>
            <a:lstStyle/>
            <a:p>
              <a:endParaRPr/>
            </a:p>
          </p:txBody>
        </p:sp>
        <p:sp>
          <p:nvSpPr>
            <p:cNvPr id="8" name="object 8"/>
            <p:cNvSpPr/>
            <p:nvPr/>
          </p:nvSpPr>
          <p:spPr>
            <a:xfrm>
              <a:off x="0" y="63"/>
              <a:ext cx="9144000" cy="1052830"/>
            </a:xfrm>
            <a:custGeom>
              <a:avLst/>
              <a:gdLst/>
              <a:ahLst/>
              <a:cxnLst/>
              <a:rect l="l" t="t" r="r" b="b"/>
              <a:pathLst>
                <a:path w="9144000" h="1052830">
                  <a:moveTo>
                    <a:pt x="0" y="1052512"/>
                  </a:moveTo>
                  <a:lnTo>
                    <a:pt x="9144000" y="1052512"/>
                  </a:lnTo>
                  <a:lnTo>
                    <a:pt x="9144000" y="0"/>
                  </a:lnTo>
                  <a:lnTo>
                    <a:pt x="0" y="0"/>
                  </a:lnTo>
                  <a:lnTo>
                    <a:pt x="0" y="1052512"/>
                  </a:lnTo>
                  <a:close/>
                </a:path>
              </a:pathLst>
            </a:custGeom>
            <a:ln w="12700">
              <a:solidFill>
                <a:srgbClr val="000000"/>
              </a:solidFill>
            </a:ln>
          </p:spPr>
          <p:txBody>
            <a:bodyPr wrap="square" lIns="0" tIns="0" rIns="0" bIns="0" rtlCol="0"/>
            <a:lstStyle/>
            <a:p>
              <a:endParaRPr/>
            </a:p>
          </p:txBody>
        </p:sp>
      </p:grpSp>
      <p:sp>
        <p:nvSpPr>
          <p:cNvPr id="9" name="object 9"/>
          <p:cNvSpPr txBox="1">
            <a:spLocks noGrp="1"/>
          </p:cNvSpPr>
          <p:nvPr>
            <p:ph type="title"/>
          </p:nvPr>
        </p:nvSpPr>
        <p:spPr>
          <a:xfrm>
            <a:off x="1749932" y="128473"/>
            <a:ext cx="5645785" cy="878840"/>
          </a:xfrm>
          <a:prstGeom prst="rect">
            <a:avLst/>
          </a:prstGeom>
        </p:spPr>
        <p:txBody>
          <a:bodyPr vert="horz" wrap="square" lIns="0" tIns="12065" rIns="0" bIns="0" rtlCol="0">
            <a:spAutoFit/>
          </a:bodyPr>
          <a:lstStyle/>
          <a:p>
            <a:pPr marL="1070610" marR="5080" indent="-1058545">
              <a:lnSpc>
                <a:spcPct val="100000"/>
              </a:lnSpc>
              <a:spcBef>
                <a:spcPts val="95"/>
              </a:spcBef>
            </a:pPr>
            <a:r>
              <a:rPr sz="2800" dirty="0"/>
              <a:t>EGB1201</a:t>
            </a:r>
            <a:r>
              <a:rPr sz="2800" spc="-40" dirty="0"/>
              <a:t> </a:t>
            </a:r>
            <a:r>
              <a:rPr sz="2800" dirty="0"/>
              <a:t>–</a:t>
            </a:r>
            <a:r>
              <a:rPr sz="2800" spc="-15" dirty="0"/>
              <a:t> </a:t>
            </a:r>
            <a:r>
              <a:rPr sz="2800" spc="-210" dirty="0"/>
              <a:t>JAVA</a:t>
            </a:r>
            <a:r>
              <a:rPr sz="2800" spc="-145" dirty="0"/>
              <a:t> </a:t>
            </a:r>
            <a:r>
              <a:rPr sz="2800" spc="-10" dirty="0"/>
              <a:t>PROGRAMMING </a:t>
            </a:r>
            <a:r>
              <a:rPr sz="2800" spc="-10"/>
              <a:t>PROJECT</a:t>
            </a:r>
            <a:r>
              <a:rPr sz="2800" spc="-55"/>
              <a:t> </a:t>
            </a:r>
            <a:r>
              <a:rPr sz="2800" spc="-40"/>
              <a:t>REVIEW-</a:t>
            </a:r>
            <a:r>
              <a:rPr lang="en-US" sz="2800" spc="-50" dirty="0"/>
              <a:t>2</a:t>
            </a:r>
            <a:endParaRPr sz="2800"/>
          </a:p>
        </p:txBody>
      </p:sp>
      <p:sp>
        <p:nvSpPr>
          <p:cNvPr id="10" name="object 10"/>
          <p:cNvSpPr txBox="1"/>
          <p:nvPr/>
        </p:nvSpPr>
        <p:spPr>
          <a:xfrm>
            <a:off x="1374139" y="1253490"/>
            <a:ext cx="6534784" cy="1168400"/>
          </a:xfrm>
          <a:prstGeom prst="rect">
            <a:avLst/>
          </a:prstGeom>
        </p:spPr>
        <p:txBody>
          <a:bodyPr vert="horz" wrap="square" lIns="0" tIns="12065" rIns="0" bIns="0" rtlCol="0">
            <a:spAutoFit/>
          </a:bodyPr>
          <a:lstStyle/>
          <a:p>
            <a:pPr marL="12700" marR="5080" algn="ctr">
              <a:lnSpc>
                <a:spcPct val="100000"/>
              </a:lnSpc>
              <a:spcBef>
                <a:spcPts val="95"/>
              </a:spcBef>
              <a:tabLst>
                <a:tab pos="2154555" algn="l"/>
              </a:tabLst>
            </a:pPr>
            <a:r>
              <a:rPr sz="2500" b="1" dirty="0">
                <a:latin typeface="Times New Roman"/>
                <a:cs typeface="Times New Roman"/>
              </a:rPr>
              <a:t>Department</a:t>
            </a:r>
            <a:r>
              <a:rPr sz="2500" b="1" spc="-114" dirty="0">
                <a:latin typeface="Times New Roman"/>
                <a:cs typeface="Times New Roman"/>
              </a:rPr>
              <a:t> </a:t>
            </a:r>
            <a:r>
              <a:rPr sz="2500" b="1" spc="-25" dirty="0">
                <a:latin typeface="Times New Roman"/>
                <a:cs typeface="Times New Roman"/>
              </a:rPr>
              <a:t>of</a:t>
            </a:r>
            <a:r>
              <a:rPr sz="2500" b="1" dirty="0">
                <a:latin typeface="Times New Roman"/>
                <a:cs typeface="Times New Roman"/>
              </a:rPr>
              <a:t>	Electronics</a:t>
            </a:r>
            <a:r>
              <a:rPr sz="2500" b="1" spc="-65" dirty="0">
                <a:latin typeface="Times New Roman"/>
                <a:cs typeface="Times New Roman"/>
              </a:rPr>
              <a:t> </a:t>
            </a:r>
            <a:r>
              <a:rPr sz="2500" b="1" dirty="0">
                <a:latin typeface="Times New Roman"/>
                <a:cs typeface="Times New Roman"/>
              </a:rPr>
              <a:t>and</a:t>
            </a:r>
            <a:r>
              <a:rPr sz="2500" b="1" spc="-110" dirty="0">
                <a:latin typeface="Times New Roman"/>
                <a:cs typeface="Times New Roman"/>
              </a:rPr>
              <a:t> </a:t>
            </a:r>
            <a:r>
              <a:rPr sz="2500" b="1" spc="-10" dirty="0">
                <a:latin typeface="Times New Roman"/>
                <a:cs typeface="Times New Roman"/>
              </a:rPr>
              <a:t>Communication Engineering</a:t>
            </a:r>
            <a:endParaRPr sz="2500">
              <a:latin typeface="Times New Roman"/>
              <a:cs typeface="Times New Roman"/>
            </a:endParaRPr>
          </a:p>
          <a:p>
            <a:pPr marL="1270" algn="ctr">
              <a:lnSpc>
                <a:spcPct val="100000"/>
              </a:lnSpc>
            </a:pPr>
            <a:r>
              <a:rPr sz="2500" b="1" spc="-10" dirty="0">
                <a:latin typeface="Times New Roman"/>
                <a:cs typeface="Times New Roman"/>
              </a:rPr>
              <a:t>Academic</a:t>
            </a:r>
            <a:r>
              <a:rPr sz="2500" b="1" spc="-125" dirty="0">
                <a:latin typeface="Times New Roman"/>
                <a:cs typeface="Times New Roman"/>
              </a:rPr>
              <a:t> </a:t>
            </a:r>
            <a:r>
              <a:rPr sz="2500" b="1" spc="-40" dirty="0">
                <a:latin typeface="Times New Roman"/>
                <a:cs typeface="Times New Roman"/>
              </a:rPr>
              <a:t>Year:</a:t>
            </a:r>
            <a:r>
              <a:rPr sz="2500" b="1" spc="-30" dirty="0">
                <a:latin typeface="Times New Roman"/>
                <a:cs typeface="Times New Roman"/>
              </a:rPr>
              <a:t> </a:t>
            </a:r>
            <a:r>
              <a:rPr sz="2500" b="1" dirty="0">
                <a:latin typeface="Times New Roman"/>
                <a:cs typeface="Times New Roman"/>
              </a:rPr>
              <a:t>2025</a:t>
            </a:r>
            <a:r>
              <a:rPr sz="2500" b="1" spc="-50" dirty="0">
                <a:latin typeface="Times New Roman"/>
                <a:cs typeface="Times New Roman"/>
              </a:rPr>
              <a:t> </a:t>
            </a:r>
            <a:r>
              <a:rPr sz="2500" b="1" dirty="0">
                <a:latin typeface="Times New Roman"/>
                <a:cs typeface="Times New Roman"/>
              </a:rPr>
              <a:t>–</a:t>
            </a:r>
            <a:r>
              <a:rPr sz="2500" b="1" spc="-60" dirty="0">
                <a:latin typeface="Times New Roman"/>
                <a:cs typeface="Times New Roman"/>
              </a:rPr>
              <a:t> </a:t>
            </a:r>
            <a:r>
              <a:rPr sz="2500" b="1" dirty="0">
                <a:latin typeface="Times New Roman"/>
                <a:cs typeface="Times New Roman"/>
              </a:rPr>
              <a:t>2026</a:t>
            </a:r>
            <a:r>
              <a:rPr sz="2500" b="1" spc="-65" dirty="0">
                <a:latin typeface="Times New Roman"/>
                <a:cs typeface="Times New Roman"/>
              </a:rPr>
              <a:t> </a:t>
            </a:r>
            <a:r>
              <a:rPr sz="2500" b="1" dirty="0">
                <a:latin typeface="Times New Roman"/>
                <a:cs typeface="Times New Roman"/>
              </a:rPr>
              <a:t>(Odd</a:t>
            </a:r>
            <a:r>
              <a:rPr sz="2500" b="1" spc="-55" dirty="0">
                <a:latin typeface="Times New Roman"/>
                <a:cs typeface="Times New Roman"/>
              </a:rPr>
              <a:t> </a:t>
            </a:r>
            <a:r>
              <a:rPr sz="2500" b="1" spc="-10" dirty="0">
                <a:latin typeface="Times New Roman"/>
                <a:cs typeface="Times New Roman"/>
              </a:rPr>
              <a:t>Semester)</a:t>
            </a:r>
            <a:endParaRPr sz="2500">
              <a:latin typeface="Times New Roman"/>
              <a:cs typeface="Times New Roman"/>
            </a:endParaRPr>
          </a:p>
        </p:txBody>
      </p:sp>
      <p:sp>
        <p:nvSpPr>
          <p:cNvPr id="11" name="object 11"/>
          <p:cNvSpPr txBox="1"/>
          <p:nvPr/>
        </p:nvSpPr>
        <p:spPr>
          <a:xfrm>
            <a:off x="788923" y="2396743"/>
            <a:ext cx="2355215" cy="2311400"/>
          </a:xfrm>
          <a:prstGeom prst="rect">
            <a:avLst/>
          </a:prstGeom>
        </p:spPr>
        <p:txBody>
          <a:bodyPr vert="horz" wrap="square" lIns="0" tIns="12065" rIns="0" bIns="0" rtlCol="0">
            <a:spAutoFit/>
          </a:bodyPr>
          <a:lstStyle/>
          <a:p>
            <a:pPr marL="12700" marR="5080">
              <a:lnSpc>
                <a:spcPct val="100000"/>
              </a:lnSpc>
              <a:spcBef>
                <a:spcPts val="95"/>
              </a:spcBef>
            </a:pPr>
            <a:r>
              <a:rPr sz="2500" b="1" dirty="0">
                <a:latin typeface="Times New Roman"/>
                <a:cs typeface="Times New Roman"/>
              </a:rPr>
              <a:t>Register</a:t>
            </a:r>
            <a:r>
              <a:rPr sz="2500" b="1" spc="-120" dirty="0">
                <a:latin typeface="Times New Roman"/>
                <a:cs typeface="Times New Roman"/>
              </a:rPr>
              <a:t> </a:t>
            </a:r>
            <a:r>
              <a:rPr sz="2500" b="1" spc="-10" dirty="0">
                <a:latin typeface="Times New Roman"/>
                <a:cs typeface="Times New Roman"/>
              </a:rPr>
              <a:t>Number </a:t>
            </a:r>
            <a:r>
              <a:rPr sz="2500" b="1" spc="-20" dirty="0">
                <a:latin typeface="Times New Roman"/>
                <a:cs typeface="Times New Roman"/>
              </a:rPr>
              <a:t>Name</a:t>
            </a:r>
            <a:endParaRPr sz="2500">
              <a:latin typeface="Times New Roman"/>
              <a:cs typeface="Times New Roman"/>
            </a:endParaRPr>
          </a:p>
          <a:p>
            <a:pPr marL="12700" marR="1103630">
              <a:lnSpc>
                <a:spcPct val="100000"/>
              </a:lnSpc>
            </a:pPr>
            <a:r>
              <a:rPr sz="2500" b="1" spc="-20" dirty="0">
                <a:latin typeface="Times New Roman"/>
                <a:cs typeface="Times New Roman"/>
              </a:rPr>
              <a:t>Year Semester </a:t>
            </a:r>
            <a:r>
              <a:rPr sz="2500" b="1" spc="-10" dirty="0">
                <a:latin typeface="Times New Roman"/>
                <a:cs typeface="Times New Roman"/>
              </a:rPr>
              <a:t>Section </a:t>
            </a:r>
            <a:r>
              <a:rPr sz="2500" b="1" spc="-20" dirty="0">
                <a:latin typeface="Times New Roman"/>
                <a:cs typeface="Times New Roman"/>
              </a:rPr>
              <a:t>Date</a:t>
            </a:r>
            <a:endParaRPr sz="2500">
              <a:latin typeface="Times New Roman"/>
              <a:cs typeface="Times New Roman"/>
            </a:endParaRPr>
          </a:p>
        </p:txBody>
      </p:sp>
      <p:sp>
        <p:nvSpPr>
          <p:cNvPr id="12" name="object 12"/>
          <p:cNvSpPr txBox="1"/>
          <p:nvPr/>
        </p:nvSpPr>
        <p:spPr>
          <a:xfrm>
            <a:off x="3532378" y="2396743"/>
            <a:ext cx="3522345" cy="2311400"/>
          </a:xfrm>
          <a:prstGeom prst="rect">
            <a:avLst/>
          </a:prstGeom>
        </p:spPr>
        <p:txBody>
          <a:bodyPr vert="horz" wrap="square" lIns="0" tIns="12065" rIns="0" bIns="0" rtlCol="0">
            <a:spAutoFit/>
          </a:bodyPr>
          <a:lstStyle/>
          <a:p>
            <a:pPr marL="12700">
              <a:lnSpc>
                <a:spcPct val="100000"/>
              </a:lnSpc>
              <a:spcBef>
                <a:spcPts val="95"/>
              </a:spcBef>
            </a:pPr>
            <a:r>
              <a:rPr sz="2500" b="1" spc="-10" dirty="0">
                <a:latin typeface="Times New Roman"/>
                <a:cs typeface="Times New Roman"/>
              </a:rPr>
              <a:t>:927624BEC012</a:t>
            </a:r>
            <a:endParaRPr sz="2500">
              <a:latin typeface="Times New Roman"/>
              <a:cs typeface="Times New Roman"/>
            </a:endParaRPr>
          </a:p>
          <a:p>
            <a:pPr marL="12700">
              <a:lnSpc>
                <a:spcPct val="100000"/>
              </a:lnSpc>
            </a:pPr>
            <a:r>
              <a:rPr sz="2500" b="1" dirty="0">
                <a:latin typeface="Times New Roman"/>
                <a:cs typeface="Times New Roman"/>
              </a:rPr>
              <a:t>:AMARJEET</a:t>
            </a:r>
            <a:r>
              <a:rPr sz="2500" b="1" spc="-105" dirty="0">
                <a:latin typeface="Times New Roman"/>
                <a:cs typeface="Times New Roman"/>
              </a:rPr>
              <a:t> </a:t>
            </a:r>
            <a:r>
              <a:rPr sz="2500" b="1" spc="-10" dirty="0">
                <a:latin typeface="Times New Roman"/>
                <a:cs typeface="Times New Roman"/>
              </a:rPr>
              <a:t>KUMAR.V</a:t>
            </a:r>
            <a:endParaRPr sz="2500">
              <a:latin typeface="Times New Roman"/>
              <a:cs typeface="Times New Roman"/>
            </a:endParaRPr>
          </a:p>
          <a:p>
            <a:pPr marL="12700">
              <a:lnSpc>
                <a:spcPct val="100000"/>
              </a:lnSpc>
            </a:pPr>
            <a:r>
              <a:rPr sz="2500" b="1" spc="-25" dirty="0">
                <a:latin typeface="Times New Roman"/>
                <a:cs typeface="Times New Roman"/>
              </a:rPr>
              <a:t>:II</a:t>
            </a:r>
            <a:endParaRPr sz="2500">
              <a:latin typeface="Times New Roman"/>
              <a:cs typeface="Times New Roman"/>
            </a:endParaRPr>
          </a:p>
          <a:p>
            <a:pPr marL="12700">
              <a:lnSpc>
                <a:spcPct val="100000"/>
              </a:lnSpc>
            </a:pPr>
            <a:r>
              <a:rPr sz="2500" b="1" spc="-20" dirty="0">
                <a:latin typeface="Times New Roman"/>
                <a:cs typeface="Times New Roman"/>
              </a:rPr>
              <a:t>:III</a:t>
            </a:r>
            <a:endParaRPr sz="2500">
              <a:latin typeface="Times New Roman"/>
              <a:cs typeface="Times New Roman"/>
            </a:endParaRPr>
          </a:p>
          <a:p>
            <a:pPr marL="12700">
              <a:lnSpc>
                <a:spcPct val="100000"/>
              </a:lnSpc>
            </a:pPr>
            <a:r>
              <a:rPr sz="2500" b="1" spc="-25" dirty="0">
                <a:latin typeface="Times New Roman"/>
                <a:cs typeface="Times New Roman"/>
              </a:rPr>
              <a:t>:A</a:t>
            </a:r>
            <a:endParaRPr sz="2500">
              <a:latin typeface="Times New Roman"/>
              <a:cs typeface="Times New Roman"/>
            </a:endParaRPr>
          </a:p>
          <a:p>
            <a:pPr marL="12700">
              <a:lnSpc>
                <a:spcPct val="100000"/>
              </a:lnSpc>
              <a:spcBef>
                <a:spcPts val="5"/>
              </a:spcBef>
            </a:pPr>
            <a:r>
              <a:rPr sz="2500" b="1" spc="-10">
                <a:latin typeface="Times New Roman"/>
                <a:cs typeface="Times New Roman"/>
              </a:rPr>
              <a:t>:</a:t>
            </a:r>
            <a:r>
              <a:rPr lang="en-US" sz="2500" b="1" spc="-10" dirty="0">
                <a:latin typeface="Times New Roman"/>
                <a:cs typeface="Times New Roman"/>
              </a:rPr>
              <a:t>20</a:t>
            </a:r>
            <a:r>
              <a:rPr sz="2500" b="1" spc="-10">
                <a:latin typeface="Times New Roman"/>
                <a:cs typeface="Times New Roman"/>
              </a:rPr>
              <a:t>.</a:t>
            </a:r>
            <a:r>
              <a:rPr lang="en-US" sz="2500" b="1" spc="-10" dirty="0">
                <a:latin typeface="Times New Roman"/>
                <a:cs typeface="Times New Roman"/>
              </a:rPr>
              <a:t>11</a:t>
            </a:r>
            <a:r>
              <a:rPr sz="2500" b="1" spc="-10">
                <a:latin typeface="Times New Roman"/>
                <a:cs typeface="Times New Roman"/>
              </a:rPr>
              <a:t>.2025</a:t>
            </a:r>
            <a:endParaRPr sz="2500">
              <a:latin typeface="Times New Roman"/>
              <a:cs typeface="Times New Roman"/>
            </a:endParaRPr>
          </a:p>
        </p:txBody>
      </p:sp>
      <p:sp>
        <p:nvSpPr>
          <p:cNvPr id="13" name="object 13"/>
          <p:cNvSpPr txBox="1"/>
          <p:nvPr/>
        </p:nvSpPr>
        <p:spPr>
          <a:xfrm>
            <a:off x="691387" y="4793996"/>
            <a:ext cx="114935" cy="239395"/>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464652"/>
                </a:solidFill>
                <a:latin typeface="Trebuchet MS"/>
                <a:cs typeface="Trebuchet MS"/>
              </a:rPr>
              <a:t>1</a:t>
            </a:r>
            <a:endParaRPr sz="1400">
              <a:latin typeface="Trebuchet MS"/>
              <a:cs typeface="Trebuchet MS"/>
            </a:endParaRPr>
          </a:p>
        </p:txBody>
      </p:sp>
      <p:sp>
        <p:nvSpPr>
          <p:cNvPr id="14" name="object 14"/>
          <p:cNvSpPr txBox="1"/>
          <p:nvPr/>
        </p:nvSpPr>
        <p:spPr>
          <a:xfrm>
            <a:off x="2007870" y="4793996"/>
            <a:ext cx="4232910" cy="228268"/>
          </a:xfrm>
          <a:prstGeom prst="rect">
            <a:avLst/>
          </a:prstGeom>
        </p:spPr>
        <p:txBody>
          <a:bodyPr vert="horz" wrap="square" lIns="0" tIns="12700" rIns="0" bIns="0" rtlCol="0">
            <a:spAutoFit/>
          </a:bodyPr>
          <a:lstStyle/>
          <a:p>
            <a:pPr marL="12700">
              <a:lnSpc>
                <a:spcPct val="100000"/>
              </a:lnSpc>
              <a:spcBef>
                <a:spcPts val="100"/>
              </a:spcBef>
            </a:pPr>
            <a:r>
              <a:rPr sz="1400" spc="-20" dirty="0">
                <a:solidFill>
                  <a:srgbClr val="464652"/>
                </a:solidFill>
                <a:latin typeface="Trebuchet MS"/>
                <a:cs typeface="Trebuchet MS"/>
              </a:rPr>
              <a:t>EGB1201 </a:t>
            </a:r>
            <a:r>
              <a:rPr sz="1400" spc="180" dirty="0">
                <a:solidFill>
                  <a:srgbClr val="464652"/>
                </a:solidFill>
                <a:latin typeface="Trebuchet MS"/>
                <a:cs typeface="Trebuchet MS"/>
              </a:rPr>
              <a:t>–</a:t>
            </a:r>
            <a:r>
              <a:rPr sz="1400" spc="35" dirty="0">
                <a:solidFill>
                  <a:srgbClr val="464652"/>
                </a:solidFill>
                <a:latin typeface="Trebuchet MS"/>
                <a:cs typeface="Trebuchet MS"/>
              </a:rPr>
              <a:t> </a:t>
            </a:r>
            <a:r>
              <a:rPr sz="1400" spc="-85" dirty="0">
                <a:solidFill>
                  <a:srgbClr val="464652"/>
                </a:solidFill>
                <a:latin typeface="Trebuchet MS"/>
                <a:cs typeface="Trebuchet MS"/>
              </a:rPr>
              <a:t>JAVA</a:t>
            </a:r>
            <a:r>
              <a:rPr sz="1400" spc="30" dirty="0">
                <a:solidFill>
                  <a:srgbClr val="464652"/>
                </a:solidFill>
                <a:latin typeface="Trebuchet MS"/>
                <a:cs typeface="Trebuchet MS"/>
              </a:rPr>
              <a:t> </a:t>
            </a:r>
            <a:r>
              <a:rPr sz="1400" spc="65" dirty="0">
                <a:solidFill>
                  <a:srgbClr val="464652"/>
                </a:solidFill>
                <a:latin typeface="Trebuchet MS"/>
                <a:cs typeface="Trebuchet MS"/>
              </a:rPr>
              <a:t>PROGRAMMING</a:t>
            </a:r>
            <a:r>
              <a:rPr sz="1400" spc="-5" dirty="0">
                <a:solidFill>
                  <a:srgbClr val="464652"/>
                </a:solidFill>
                <a:latin typeface="Trebuchet MS"/>
                <a:cs typeface="Trebuchet MS"/>
              </a:rPr>
              <a:t> </a:t>
            </a:r>
            <a:r>
              <a:rPr sz="1400" dirty="0">
                <a:solidFill>
                  <a:srgbClr val="464652"/>
                </a:solidFill>
                <a:latin typeface="Trebuchet MS"/>
                <a:cs typeface="Trebuchet MS"/>
              </a:rPr>
              <a:t>–PROJECT</a:t>
            </a:r>
            <a:r>
              <a:rPr sz="1400" spc="5" dirty="0">
                <a:solidFill>
                  <a:srgbClr val="464652"/>
                </a:solidFill>
                <a:latin typeface="Trebuchet MS"/>
                <a:cs typeface="Trebuchet MS"/>
              </a:rPr>
              <a:t> </a:t>
            </a:r>
            <a:r>
              <a:rPr sz="1400">
                <a:solidFill>
                  <a:srgbClr val="464652"/>
                </a:solidFill>
                <a:latin typeface="Trebuchet MS"/>
                <a:cs typeface="Trebuchet MS"/>
              </a:rPr>
              <a:t>REVIEW</a:t>
            </a:r>
            <a:r>
              <a:rPr sz="1400" spc="15">
                <a:solidFill>
                  <a:srgbClr val="464652"/>
                </a:solidFill>
                <a:latin typeface="Trebuchet MS"/>
                <a:cs typeface="Trebuchet MS"/>
              </a:rPr>
              <a:t> </a:t>
            </a:r>
            <a:r>
              <a:rPr lang="en-US" sz="1400" spc="-50" dirty="0">
                <a:solidFill>
                  <a:srgbClr val="464652"/>
                </a:solidFill>
                <a:latin typeface="Trebuchet MS"/>
                <a:cs typeface="Trebuchet MS"/>
              </a:rPr>
              <a:t>2</a:t>
            </a:r>
            <a:endParaRPr sz="1400">
              <a:latin typeface="Trebuchet MS"/>
              <a:cs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57200" y="171450"/>
            <a:ext cx="8229600" cy="685800"/>
          </a:xfrm>
          <a:custGeom>
            <a:avLst/>
            <a:gdLst/>
            <a:ahLst/>
            <a:cxnLst/>
            <a:rect l="l" t="t" r="r" b="b"/>
            <a:pathLst>
              <a:path w="8229600" h="685800">
                <a:moveTo>
                  <a:pt x="8229600" y="0"/>
                </a:moveTo>
                <a:lnTo>
                  <a:pt x="0" y="0"/>
                </a:lnTo>
                <a:lnTo>
                  <a:pt x="0" y="685800"/>
                </a:lnTo>
                <a:lnTo>
                  <a:pt x="8229600" y="685800"/>
                </a:lnTo>
                <a:lnTo>
                  <a:pt x="8229600" y="0"/>
                </a:lnTo>
                <a:close/>
              </a:path>
            </a:pathLst>
          </a:custGeom>
          <a:solidFill>
            <a:schemeClr val="accent5">
              <a:lumMod val="75000"/>
            </a:schemeClr>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38303" rIns="0" bIns="0" rtlCol="0">
            <a:spAutoFit/>
          </a:bodyPr>
          <a:lstStyle/>
          <a:p>
            <a:pPr algn="ctr">
              <a:lnSpc>
                <a:spcPct val="100000"/>
              </a:lnSpc>
              <a:spcBef>
                <a:spcPts val="105"/>
              </a:spcBef>
            </a:pPr>
            <a:r>
              <a:rPr sz="3200" dirty="0"/>
              <a:t>Title</a:t>
            </a:r>
            <a:r>
              <a:rPr sz="3200" spc="-50" dirty="0"/>
              <a:t> </a:t>
            </a:r>
            <a:r>
              <a:rPr sz="3200" dirty="0"/>
              <a:t>of</a:t>
            </a:r>
            <a:r>
              <a:rPr sz="3200" spc="-25" dirty="0"/>
              <a:t> </a:t>
            </a:r>
            <a:r>
              <a:rPr sz="3200" dirty="0"/>
              <a:t>the</a:t>
            </a:r>
            <a:r>
              <a:rPr sz="3200" spc="-40" dirty="0"/>
              <a:t> </a:t>
            </a:r>
            <a:r>
              <a:rPr sz="3200" spc="-10" dirty="0"/>
              <a:t>Project</a:t>
            </a:r>
            <a:endParaRPr sz="3200"/>
          </a:p>
        </p:txBody>
      </p:sp>
      <p:sp>
        <p:nvSpPr>
          <p:cNvPr id="5" name="object 5"/>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50" dirty="0"/>
              <a:pPr marL="38100">
                <a:lnSpc>
                  <a:spcPct val="100000"/>
                </a:lnSpc>
                <a:spcBef>
                  <a:spcPts val="5"/>
                </a:spcBef>
              </a:pPr>
              <a:t>2</a:t>
            </a:fld>
            <a:endParaRPr spc="-50" dirty="0"/>
          </a:p>
        </p:txBody>
      </p:sp>
      <p:sp>
        <p:nvSpPr>
          <p:cNvPr id="6" name="object 6"/>
          <p:cNvSpPr txBox="1">
            <a:spLocks noGrp="1"/>
          </p:cNvSpPr>
          <p:nvPr>
            <p:ph type="ftr" sz="quarter" idx="5"/>
          </p:nvPr>
        </p:nvSpPr>
        <p:spPr>
          <a:xfrm>
            <a:off x="2091308" y="4806620"/>
            <a:ext cx="4838954" cy="179536"/>
          </a:xfrm>
          <a:prstGeom prst="rect">
            <a:avLst/>
          </a:prstGeom>
        </p:spPr>
        <p:txBody>
          <a:bodyPr vert="horz" wrap="square" lIns="0" tIns="0" rIns="0" bIns="0" rtlCol="0">
            <a:spAutoFit/>
          </a:bodyPr>
          <a:lstStyle/>
          <a:p>
            <a:pPr marL="802640">
              <a:lnSpc>
                <a:spcPts val="1410"/>
              </a:lnSpc>
            </a:pPr>
            <a:r>
              <a:t>EGB1201</a:t>
            </a:r>
            <a:r>
              <a:rPr spc="-40"/>
              <a:t> </a:t>
            </a:r>
            <a:r>
              <a:t>–</a:t>
            </a:r>
            <a:r>
              <a:rPr spc="-25"/>
              <a:t> </a:t>
            </a:r>
            <a:r>
              <a:rPr spc="-85"/>
              <a:t>JAVA</a:t>
            </a:r>
            <a:r>
              <a:rPr spc="-90"/>
              <a:t> </a:t>
            </a:r>
            <a:r>
              <a:t>PROGRAMMING</a:t>
            </a:r>
            <a:r>
              <a:rPr spc="-35"/>
              <a:t> </a:t>
            </a:r>
            <a:r>
              <a:t>–PROJECT</a:t>
            </a:r>
            <a:r>
              <a:rPr spc="-70"/>
              <a:t> </a:t>
            </a:r>
            <a:r>
              <a:t>REVIEW</a:t>
            </a:r>
            <a:r>
              <a:rPr spc="-5"/>
              <a:t> </a:t>
            </a:r>
            <a:r>
              <a:rPr lang="en-US" spc="-50"/>
              <a:t>2</a:t>
            </a:r>
            <a:endParaRPr spc="-50" dirty="0"/>
          </a:p>
        </p:txBody>
      </p:sp>
      <p:sp>
        <p:nvSpPr>
          <p:cNvPr id="4" name="object 4"/>
          <p:cNvSpPr txBox="1"/>
          <p:nvPr/>
        </p:nvSpPr>
        <p:spPr>
          <a:xfrm>
            <a:off x="2468626" y="1905126"/>
            <a:ext cx="4313174" cy="382156"/>
          </a:xfrm>
          <a:prstGeom prst="rect">
            <a:avLst/>
          </a:prstGeom>
        </p:spPr>
        <p:txBody>
          <a:bodyPr vert="horz" wrap="square" lIns="0" tIns="12700" rIns="0" bIns="0" rtlCol="0">
            <a:spAutoFit/>
          </a:bodyPr>
          <a:lstStyle/>
          <a:p>
            <a:pPr marL="12700">
              <a:lnSpc>
                <a:spcPct val="100000"/>
              </a:lnSpc>
              <a:spcBef>
                <a:spcPts val="100"/>
              </a:spcBef>
            </a:pPr>
            <a:r>
              <a:rPr sz="2400" b="1">
                <a:latin typeface="Times New Roman"/>
                <a:cs typeface="Times New Roman"/>
              </a:rPr>
              <a:t>CITY</a:t>
            </a:r>
            <a:r>
              <a:rPr sz="2400" b="1" spc="-150">
                <a:latin typeface="Times New Roman"/>
                <a:cs typeface="Times New Roman"/>
              </a:rPr>
              <a:t> </a:t>
            </a:r>
            <a:r>
              <a:rPr sz="2400" b="1" spc="-60">
                <a:latin typeface="Times New Roman"/>
                <a:cs typeface="Times New Roman"/>
              </a:rPr>
              <a:t>NAVIGATION</a:t>
            </a:r>
            <a:r>
              <a:rPr sz="2400" b="1" spc="-85">
                <a:latin typeface="Times New Roman"/>
                <a:cs typeface="Times New Roman"/>
              </a:rPr>
              <a:t> </a:t>
            </a:r>
            <a:r>
              <a:rPr sz="2400" b="1" spc="-10">
                <a:latin typeface="Times New Roman"/>
                <a:cs typeface="Times New Roman"/>
              </a:rPr>
              <a:t>SYSTEM</a:t>
            </a:r>
            <a:endParaRPr sz="2400" b="1">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57200" y="209550"/>
            <a:ext cx="8229600" cy="609600"/>
          </a:xfrm>
          <a:custGeom>
            <a:avLst/>
            <a:gdLst/>
            <a:ahLst/>
            <a:cxnLst/>
            <a:rect l="l" t="t" r="r" b="b"/>
            <a:pathLst>
              <a:path w="8229600" h="609600">
                <a:moveTo>
                  <a:pt x="8229600" y="0"/>
                </a:moveTo>
                <a:lnTo>
                  <a:pt x="0" y="0"/>
                </a:lnTo>
                <a:lnTo>
                  <a:pt x="0" y="609600"/>
                </a:lnTo>
                <a:lnTo>
                  <a:pt x="8229600" y="609600"/>
                </a:lnTo>
                <a:lnTo>
                  <a:pt x="8229600" y="0"/>
                </a:lnTo>
                <a:close/>
              </a:path>
            </a:pathLst>
          </a:custGeom>
          <a:solidFill>
            <a:schemeClr val="accent5">
              <a:lumMod val="75000"/>
            </a:schemeClr>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00203" rIns="0" bIns="0" rtlCol="0">
            <a:spAutoFit/>
          </a:bodyPr>
          <a:lstStyle/>
          <a:p>
            <a:pPr marL="3356610">
              <a:lnSpc>
                <a:spcPct val="100000"/>
              </a:lnSpc>
              <a:spcBef>
                <a:spcPts val="105"/>
              </a:spcBef>
            </a:pPr>
            <a:r>
              <a:rPr sz="3200" spc="-10" dirty="0"/>
              <a:t>Abstract</a:t>
            </a:r>
            <a:endParaRPr sz="3200"/>
          </a:p>
        </p:txBody>
      </p:sp>
      <p:sp>
        <p:nvSpPr>
          <p:cNvPr id="5" name="object 5"/>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50" dirty="0"/>
              <a:pPr marL="38100">
                <a:lnSpc>
                  <a:spcPct val="100000"/>
                </a:lnSpc>
                <a:spcBef>
                  <a:spcPts val="5"/>
                </a:spcBef>
              </a:pPr>
              <a:t>3</a:t>
            </a:fld>
            <a:endParaRPr spc="-50" dirty="0"/>
          </a:p>
        </p:txBody>
      </p:sp>
      <p:sp>
        <p:nvSpPr>
          <p:cNvPr id="6" name="object 6"/>
          <p:cNvSpPr txBox="1">
            <a:spLocks noGrp="1"/>
          </p:cNvSpPr>
          <p:nvPr>
            <p:ph type="ftr" sz="quarter" idx="5"/>
          </p:nvPr>
        </p:nvSpPr>
        <p:spPr>
          <a:xfrm>
            <a:off x="2091308" y="4806620"/>
            <a:ext cx="4838954" cy="179536"/>
          </a:xfrm>
          <a:prstGeom prst="rect">
            <a:avLst/>
          </a:prstGeom>
        </p:spPr>
        <p:txBody>
          <a:bodyPr vert="horz" wrap="square" lIns="0" tIns="0" rIns="0" bIns="0" rtlCol="0">
            <a:spAutoFit/>
          </a:bodyPr>
          <a:lstStyle/>
          <a:p>
            <a:pPr marL="802640">
              <a:lnSpc>
                <a:spcPts val="1410"/>
              </a:lnSpc>
            </a:pPr>
            <a:r>
              <a:t>EGB1201</a:t>
            </a:r>
            <a:r>
              <a:rPr spc="-40"/>
              <a:t> </a:t>
            </a:r>
            <a:r>
              <a:t>–</a:t>
            </a:r>
            <a:r>
              <a:rPr spc="-25"/>
              <a:t> </a:t>
            </a:r>
            <a:r>
              <a:rPr spc="-85"/>
              <a:t>JAVA</a:t>
            </a:r>
            <a:r>
              <a:rPr spc="-90"/>
              <a:t> </a:t>
            </a:r>
            <a:r>
              <a:t>PROGRAMMING</a:t>
            </a:r>
            <a:r>
              <a:rPr spc="-35"/>
              <a:t> </a:t>
            </a:r>
            <a:r>
              <a:t>–PROJECT</a:t>
            </a:r>
            <a:r>
              <a:rPr spc="-70"/>
              <a:t> </a:t>
            </a:r>
            <a:r>
              <a:t>REVIEW</a:t>
            </a:r>
            <a:r>
              <a:rPr spc="-5"/>
              <a:t> </a:t>
            </a:r>
            <a:r>
              <a:rPr lang="en-US" spc="-50"/>
              <a:t>2</a:t>
            </a:r>
            <a:endParaRPr spc="-50" dirty="0"/>
          </a:p>
        </p:txBody>
      </p:sp>
      <p:sp>
        <p:nvSpPr>
          <p:cNvPr id="4" name="object 4"/>
          <p:cNvSpPr txBox="1"/>
          <p:nvPr/>
        </p:nvSpPr>
        <p:spPr>
          <a:xfrm>
            <a:off x="535940" y="1319530"/>
            <a:ext cx="7900670" cy="2796278"/>
          </a:xfrm>
          <a:prstGeom prst="rect">
            <a:avLst/>
          </a:prstGeom>
        </p:spPr>
        <p:txBody>
          <a:bodyPr vert="horz" wrap="square" lIns="0" tIns="13335" rIns="0" bIns="0" rtlCol="0">
            <a:spAutoFit/>
          </a:bodyPr>
          <a:lstStyle/>
          <a:p>
            <a:pPr marL="286385" marR="5080" indent="-274320" algn="just">
              <a:spcBef>
                <a:spcPts val="105"/>
              </a:spcBef>
              <a:tabLst>
                <a:tab pos="286385" algn="l"/>
              </a:tabLst>
            </a:pPr>
            <a:r>
              <a:rPr sz="1500" spc="-1500">
                <a:solidFill>
                  <a:srgbClr val="717BA2"/>
                </a:solidFill>
                <a:latin typeface="Microsoft Sans Serif"/>
                <a:cs typeface="Microsoft Sans Serif"/>
              </a:rPr>
              <a:t>🞂</a:t>
            </a:r>
            <a:r>
              <a:rPr sz="1500">
                <a:solidFill>
                  <a:srgbClr val="717BA2"/>
                </a:solidFill>
                <a:latin typeface="Microsoft Sans Serif"/>
                <a:cs typeface="Microsoft Sans Serif"/>
              </a:rPr>
              <a:t>​</a:t>
            </a:r>
            <a:r>
              <a:rPr lang="en-US" sz="2000" dirty="0">
                <a:latin typeface="Times New Roman"/>
                <a:cs typeface="Times New Roman"/>
              </a:rPr>
              <a:t>	A</a:t>
            </a:r>
            <a:r>
              <a:rPr lang="en-US" sz="2000" spc="245" dirty="0">
                <a:latin typeface="Times New Roman"/>
                <a:cs typeface="Times New Roman"/>
              </a:rPr>
              <a:t> </a:t>
            </a:r>
            <a:r>
              <a:rPr lang="en-US" sz="2000" dirty="0">
                <a:latin typeface="Times New Roman"/>
                <a:cs typeface="Times New Roman"/>
              </a:rPr>
              <a:t>City</a:t>
            </a:r>
            <a:r>
              <a:rPr lang="en-US" sz="2000" spc="350" dirty="0">
                <a:latin typeface="Times New Roman"/>
                <a:cs typeface="Times New Roman"/>
              </a:rPr>
              <a:t> </a:t>
            </a:r>
            <a:r>
              <a:rPr lang="en-US" sz="2000" dirty="0">
                <a:latin typeface="Times New Roman"/>
                <a:cs typeface="Times New Roman"/>
              </a:rPr>
              <a:t>Navigation</a:t>
            </a:r>
            <a:r>
              <a:rPr lang="en-US" sz="2000" spc="355" dirty="0">
                <a:latin typeface="Times New Roman"/>
                <a:cs typeface="Times New Roman"/>
              </a:rPr>
              <a:t> </a:t>
            </a:r>
            <a:r>
              <a:rPr lang="en-US" sz="2000" dirty="0">
                <a:latin typeface="Times New Roman"/>
                <a:cs typeface="Times New Roman"/>
              </a:rPr>
              <a:t>System</a:t>
            </a:r>
            <a:r>
              <a:rPr lang="en-US" sz="2000" spc="350" dirty="0">
                <a:latin typeface="Times New Roman"/>
                <a:cs typeface="Times New Roman"/>
              </a:rPr>
              <a:t> </a:t>
            </a:r>
            <a:r>
              <a:rPr lang="en-US" sz="2000" dirty="0">
                <a:latin typeface="Times New Roman"/>
                <a:cs typeface="Times New Roman"/>
              </a:rPr>
              <a:t>is</a:t>
            </a:r>
            <a:r>
              <a:rPr lang="en-US" sz="2000" spc="345" dirty="0">
                <a:latin typeface="Times New Roman"/>
                <a:cs typeface="Times New Roman"/>
              </a:rPr>
              <a:t> </a:t>
            </a:r>
            <a:r>
              <a:rPr lang="en-US" sz="2000" dirty="0">
                <a:latin typeface="Times New Roman"/>
                <a:cs typeface="Times New Roman"/>
              </a:rPr>
              <a:t>designed</a:t>
            </a:r>
            <a:r>
              <a:rPr lang="en-US" sz="2000" spc="340" dirty="0">
                <a:latin typeface="Times New Roman"/>
                <a:cs typeface="Times New Roman"/>
              </a:rPr>
              <a:t> </a:t>
            </a:r>
            <a:r>
              <a:rPr lang="en-US" sz="2000" dirty="0">
                <a:latin typeface="Times New Roman"/>
                <a:cs typeface="Times New Roman"/>
              </a:rPr>
              <a:t>to</a:t>
            </a:r>
            <a:r>
              <a:rPr lang="en-US" sz="2000" spc="340" dirty="0">
                <a:latin typeface="Times New Roman"/>
                <a:cs typeface="Times New Roman"/>
              </a:rPr>
              <a:t> </a:t>
            </a:r>
            <a:r>
              <a:rPr lang="en-US" sz="2000" dirty="0">
                <a:latin typeface="Times New Roman"/>
                <a:cs typeface="Times New Roman"/>
              </a:rPr>
              <a:t>assist</a:t>
            </a:r>
            <a:r>
              <a:rPr lang="en-US" sz="2000" spc="350" dirty="0">
                <a:latin typeface="Times New Roman"/>
                <a:cs typeface="Times New Roman"/>
              </a:rPr>
              <a:t> </a:t>
            </a:r>
            <a:r>
              <a:rPr lang="en-US" sz="2000" dirty="0">
                <a:latin typeface="Times New Roman"/>
                <a:cs typeface="Times New Roman"/>
              </a:rPr>
              <a:t>users</a:t>
            </a:r>
            <a:r>
              <a:rPr lang="en-US" sz="2000" spc="335" dirty="0">
                <a:latin typeface="Times New Roman"/>
                <a:cs typeface="Times New Roman"/>
              </a:rPr>
              <a:t> </a:t>
            </a:r>
            <a:r>
              <a:rPr lang="en-US" sz="2000" spc="-25" dirty="0">
                <a:latin typeface="Times New Roman"/>
                <a:cs typeface="Times New Roman"/>
              </a:rPr>
              <a:t>in </a:t>
            </a:r>
            <a:r>
              <a:rPr lang="en-US" sz="2000" dirty="0">
                <a:latin typeface="Times New Roman"/>
                <a:cs typeface="Times New Roman"/>
              </a:rPr>
              <a:t>finding</a:t>
            </a:r>
            <a:r>
              <a:rPr lang="en-US" sz="2000" spc="254" dirty="0">
                <a:latin typeface="Times New Roman"/>
                <a:cs typeface="Times New Roman"/>
              </a:rPr>
              <a:t> </a:t>
            </a:r>
            <a:r>
              <a:rPr lang="en-US" sz="2000" dirty="0">
                <a:latin typeface="Times New Roman"/>
                <a:cs typeface="Times New Roman"/>
              </a:rPr>
              <a:t>the</a:t>
            </a:r>
            <a:r>
              <a:rPr lang="en-US" sz="2000" spc="265" dirty="0">
                <a:latin typeface="Times New Roman"/>
                <a:cs typeface="Times New Roman"/>
              </a:rPr>
              <a:t> </a:t>
            </a:r>
            <a:r>
              <a:rPr lang="en-US" sz="2000" dirty="0">
                <a:latin typeface="Times New Roman"/>
                <a:cs typeface="Times New Roman"/>
              </a:rPr>
              <a:t>most</a:t>
            </a:r>
            <a:r>
              <a:rPr lang="en-US" sz="2000" spc="270" dirty="0">
                <a:latin typeface="Times New Roman"/>
                <a:cs typeface="Times New Roman"/>
              </a:rPr>
              <a:t> </a:t>
            </a:r>
            <a:r>
              <a:rPr lang="en-US" sz="2000" dirty="0">
                <a:latin typeface="Times New Roman"/>
                <a:cs typeface="Times New Roman"/>
              </a:rPr>
              <a:t>efficient</a:t>
            </a:r>
            <a:r>
              <a:rPr lang="en-US" sz="2000" spc="275" dirty="0">
                <a:latin typeface="Times New Roman"/>
                <a:cs typeface="Times New Roman"/>
              </a:rPr>
              <a:t> </a:t>
            </a:r>
            <a:r>
              <a:rPr lang="en-US" sz="2000" dirty="0">
                <a:latin typeface="Times New Roman"/>
                <a:cs typeface="Times New Roman"/>
              </a:rPr>
              <a:t>routes</a:t>
            </a:r>
            <a:r>
              <a:rPr lang="en-US" sz="2000" spc="260" dirty="0">
                <a:latin typeface="Times New Roman"/>
                <a:cs typeface="Times New Roman"/>
              </a:rPr>
              <a:t> </a:t>
            </a:r>
            <a:r>
              <a:rPr lang="en-US" sz="2000" dirty="0">
                <a:latin typeface="Times New Roman"/>
                <a:cs typeface="Times New Roman"/>
              </a:rPr>
              <a:t>within</a:t>
            </a:r>
            <a:r>
              <a:rPr lang="en-US" sz="2000" spc="260" dirty="0">
                <a:latin typeface="Times New Roman"/>
                <a:cs typeface="Times New Roman"/>
              </a:rPr>
              <a:t> </a:t>
            </a:r>
            <a:r>
              <a:rPr lang="en-US" sz="2000" dirty="0">
                <a:latin typeface="Times New Roman"/>
                <a:cs typeface="Times New Roman"/>
              </a:rPr>
              <a:t>urban</a:t>
            </a:r>
            <a:r>
              <a:rPr lang="en-US" sz="2000" spc="245" dirty="0">
                <a:latin typeface="Times New Roman"/>
                <a:cs typeface="Times New Roman"/>
              </a:rPr>
              <a:t> </a:t>
            </a:r>
            <a:r>
              <a:rPr lang="en-US" sz="2000" dirty="0">
                <a:latin typeface="Times New Roman"/>
                <a:cs typeface="Times New Roman"/>
              </a:rPr>
              <a:t>areas.</a:t>
            </a:r>
            <a:r>
              <a:rPr lang="en-US" sz="2000" spc="265" dirty="0">
                <a:latin typeface="Times New Roman"/>
                <a:cs typeface="Times New Roman"/>
              </a:rPr>
              <a:t> </a:t>
            </a:r>
            <a:r>
              <a:rPr lang="en-US" sz="2000" spc="-10" dirty="0">
                <a:latin typeface="Times New Roman"/>
                <a:cs typeface="Times New Roman"/>
              </a:rPr>
              <a:t>Using </a:t>
            </a:r>
            <a:r>
              <a:rPr lang="en-US" sz="2000" dirty="0">
                <a:latin typeface="Times New Roman"/>
                <a:cs typeface="Times New Roman"/>
              </a:rPr>
              <a:t>GPS</a:t>
            </a:r>
            <a:r>
              <a:rPr lang="en-US" sz="2000" spc="95" dirty="0">
                <a:latin typeface="Times New Roman"/>
                <a:cs typeface="Times New Roman"/>
              </a:rPr>
              <a:t> </a:t>
            </a:r>
            <a:r>
              <a:rPr lang="en-US" sz="2000" dirty="0">
                <a:latin typeface="Times New Roman"/>
                <a:cs typeface="Times New Roman"/>
              </a:rPr>
              <a:t>technology,</a:t>
            </a:r>
            <a:r>
              <a:rPr lang="en-US" sz="2000" spc="95" dirty="0">
                <a:latin typeface="Times New Roman"/>
                <a:cs typeface="Times New Roman"/>
              </a:rPr>
              <a:t> </a:t>
            </a:r>
            <a:r>
              <a:rPr lang="en-US" sz="2000" spc="-10" dirty="0">
                <a:latin typeface="Times New Roman"/>
                <a:cs typeface="Times New Roman"/>
              </a:rPr>
              <a:t>real-</a:t>
            </a:r>
            <a:r>
              <a:rPr lang="en-US" sz="2000" dirty="0">
                <a:latin typeface="Times New Roman"/>
                <a:cs typeface="Times New Roman"/>
              </a:rPr>
              <a:t>time</a:t>
            </a:r>
            <a:r>
              <a:rPr lang="en-US" sz="2000" spc="105" dirty="0">
                <a:latin typeface="Times New Roman"/>
                <a:cs typeface="Times New Roman"/>
              </a:rPr>
              <a:t> </a:t>
            </a:r>
            <a:r>
              <a:rPr lang="en-US" sz="2000" dirty="0">
                <a:latin typeface="Times New Roman"/>
                <a:cs typeface="Times New Roman"/>
              </a:rPr>
              <a:t>traffic</a:t>
            </a:r>
            <a:r>
              <a:rPr lang="en-US" sz="2000" spc="100" dirty="0">
                <a:latin typeface="Times New Roman"/>
                <a:cs typeface="Times New Roman"/>
              </a:rPr>
              <a:t> </a:t>
            </a:r>
            <a:r>
              <a:rPr lang="en-US" sz="2000" dirty="0">
                <a:latin typeface="Times New Roman"/>
                <a:cs typeface="Times New Roman"/>
              </a:rPr>
              <a:t>data,</a:t>
            </a:r>
            <a:r>
              <a:rPr lang="en-US" sz="2000" spc="105" dirty="0">
                <a:latin typeface="Times New Roman"/>
                <a:cs typeface="Times New Roman"/>
              </a:rPr>
              <a:t> </a:t>
            </a:r>
            <a:r>
              <a:rPr lang="en-US" sz="2000" dirty="0">
                <a:latin typeface="Times New Roman"/>
                <a:cs typeface="Times New Roman"/>
              </a:rPr>
              <a:t>and</a:t>
            </a:r>
            <a:r>
              <a:rPr lang="en-US" sz="2000" spc="105" dirty="0">
                <a:latin typeface="Times New Roman"/>
                <a:cs typeface="Times New Roman"/>
              </a:rPr>
              <a:t> </a:t>
            </a:r>
            <a:r>
              <a:rPr lang="en-US" sz="2000" dirty="0">
                <a:latin typeface="Times New Roman"/>
                <a:cs typeface="Times New Roman"/>
              </a:rPr>
              <a:t>digital</a:t>
            </a:r>
            <a:r>
              <a:rPr lang="en-US" sz="2000" spc="105" dirty="0">
                <a:latin typeface="Times New Roman"/>
                <a:cs typeface="Times New Roman"/>
              </a:rPr>
              <a:t> </a:t>
            </a:r>
            <a:r>
              <a:rPr lang="en-US" sz="2000" dirty="0">
                <a:latin typeface="Times New Roman"/>
                <a:cs typeface="Times New Roman"/>
              </a:rPr>
              <a:t>maps,</a:t>
            </a:r>
            <a:r>
              <a:rPr lang="en-US" sz="2000" spc="110" dirty="0">
                <a:latin typeface="Times New Roman"/>
                <a:cs typeface="Times New Roman"/>
              </a:rPr>
              <a:t> </a:t>
            </a:r>
            <a:r>
              <a:rPr lang="en-US" sz="2000" spc="-25" dirty="0">
                <a:latin typeface="Times New Roman"/>
                <a:cs typeface="Times New Roman"/>
              </a:rPr>
              <a:t>the </a:t>
            </a:r>
            <a:r>
              <a:rPr lang="en-US" sz="2000" dirty="0">
                <a:latin typeface="Times New Roman"/>
                <a:cs typeface="Times New Roman"/>
              </a:rPr>
              <a:t>system</a:t>
            </a:r>
            <a:r>
              <a:rPr lang="en-US" sz="2000" spc="55" dirty="0">
                <a:latin typeface="Times New Roman"/>
                <a:cs typeface="Times New Roman"/>
              </a:rPr>
              <a:t> </a:t>
            </a:r>
            <a:r>
              <a:rPr lang="en-US" sz="2000" dirty="0">
                <a:latin typeface="Times New Roman"/>
                <a:cs typeface="Times New Roman"/>
              </a:rPr>
              <a:t>provides</a:t>
            </a:r>
            <a:r>
              <a:rPr lang="en-US" sz="2000" spc="55" dirty="0">
                <a:latin typeface="Times New Roman"/>
                <a:cs typeface="Times New Roman"/>
              </a:rPr>
              <a:t> </a:t>
            </a:r>
            <a:r>
              <a:rPr lang="en-US" sz="2000" dirty="0">
                <a:latin typeface="Times New Roman"/>
                <a:cs typeface="Times New Roman"/>
              </a:rPr>
              <a:t>accurate</a:t>
            </a:r>
            <a:r>
              <a:rPr lang="en-US" sz="2000" spc="65" dirty="0">
                <a:latin typeface="Times New Roman"/>
                <a:cs typeface="Times New Roman"/>
              </a:rPr>
              <a:t> </a:t>
            </a:r>
            <a:r>
              <a:rPr lang="en-US" sz="2000" dirty="0">
                <a:latin typeface="Times New Roman"/>
                <a:cs typeface="Times New Roman"/>
              </a:rPr>
              <a:t>directions</a:t>
            </a:r>
            <a:r>
              <a:rPr lang="en-US" sz="2000" spc="65" dirty="0">
                <a:latin typeface="Times New Roman"/>
                <a:cs typeface="Times New Roman"/>
              </a:rPr>
              <a:t> </a:t>
            </a:r>
            <a:r>
              <a:rPr lang="en-US" sz="2000" dirty="0">
                <a:latin typeface="Times New Roman"/>
                <a:cs typeface="Times New Roman"/>
              </a:rPr>
              <a:t>and</a:t>
            </a:r>
            <a:r>
              <a:rPr lang="en-US" sz="2000" spc="50" dirty="0">
                <a:latin typeface="Times New Roman"/>
                <a:cs typeface="Times New Roman"/>
              </a:rPr>
              <a:t> </a:t>
            </a:r>
            <a:r>
              <a:rPr lang="en-US" sz="2000" dirty="0">
                <a:latin typeface="Times New Roman"/>
                <a:cs typeface="Times New Roman"/>
              </a:rPr>
              <a:t>travel</a:t>
            </a:r>
            <a:r>
              <a:rPr lang="en-US" sz="2000" spc="60" dirty="0">
                <a:latin typeface="Times New Roman"/>
                <a:cs typeface="Times New Roman"/>
              </a:rPr>
              <a:t> </a:t>
            </a:r>
            <a:r>
              <a:rPr lang="en-US" sz="2000" dirty="0">
                <a:latin typeface="Times New Roman"/>
                <a:cs typeface="Times New Roman"/>
              </a:rPr>
              <a:t>times.</a:t>
            </a:r>
            <a:r>
              <a:rPr lang="en-US" sz="2000" spc="70" dirty="0">
                <a:latin typeface="Times New Roman"/>
                <a:cs typeface="Times New Roman"/>
              </a:rPr>
              <a:t> </a:t>
            </a:r>
            <a:r>
              <a:rPr lang="en-US" sz="2000" dirty="0">
                <a:latin typeface="Times New Roman"/>
                <a:cs typeface="Times New Roman"/>
              </a:rPr>
              <a:t>It</a:t>
            </a:r>
            <a:r>
              <a:rPr lang="en-US" sz="2000" spc="70" dirty="0">
                <a:latin typeface="Times New Roman"/>
                <a:cs typeface="Times New Roman"/>
              </a:rPr>
              <a:t> </a:t>
            </a:r>
            <a:r>
              <a:rPr lang="en-US" sz="2000" spc="-10" dirty="0">
                <a:latin typeface="Times New Roman"/>
                <a:cs typeface="Times New Roman"/>
              </a:rPr>
              <a:t>helps </a:t>
            </a:r>
            <a:r>
              <a:rPr lang="en-US" sz="2000" dirty="0">
                <a:latin typeface="Times New Roman"/>
                <a:cs typeface="Times New Roman"/>
              </a:rPr>
              <a:t>users</a:t>
            </a:r>
            <a:r>
              <a:rPr lang="en-US" sz="2000" spc="210" dirty="0">
                <a:latin typeface="Times New Roman"/>
                <a:cs typeface="Times New Roman"/>
              </a:rPr>
              <a:t> </a:t>
            </a:r>
            <a:r>
              <a:rPr lang="en-US" sz="2000" dirty="0">
                <a:latin typeface="Times New Roman"/>
                <a:cs typeface="Times New Roman"/>
              </a:rPr>
              <a:t>avoid</a:t>
            </a:r>
            <a:r>
              <a:rPr lang="en-US" sz="2000" spc="210" dirty="0">
                <a:latin typeface="Times New Roman"/>
                <a:cs typeface="Times New Roman"/>
              </a:rPr>
              <a:t> </a:t>
            </a:r>
            <a:r>
              <a:rPr lang="en-US" sz="2000" dirty="0">
                <a:latin typeface="Times New Roman"/>
                <a:cs typeface="Times New Roman"/>
              </a:rPr>
              <a:t>traffic</a:t>
            </a:r>
            <a:r>
              <a:rPr lang="en-US" sz="2000" spc="210" dirty="0">
                <a:latin typeface="Times New Roman"/>
                <a:cs typeface="Times New Roman"/>
              </a:rPr>
              <a:t> </a:t>
            </a:r>
            <a:r>
              <a:rPr lang="en-US" sz="2000" dirty="0">
                <a:latin typeface="Times New Roman"/>
                <a:cs typeface="Times New Roman"/>
              </a:rPr>
              <a:t>congestion,</a:t>
            </a:r>
            <a:r>
              <a:rPr lang="en-US" sz="2000" spc="220" dirty="0">
                <a:latin typeface="Times New Roman"/>
                <a:cs typeface="Times New Roman"/>
              </a:rPr>
              <a:t> </a:t>
            </a:r>
            <a:r>
              <a:rPr lang="en-US" sz="2000" dirty="0">
                <a:latin typeface="Times New Roman"/>
                <a:cs typeface="Times New Roman"/>
              </a:rPr>
              <a:t>locate</a:t>
            </a:r>
            <a:r>
              <a:rPr lang="en-US" sz="2000" spc="220" dirty="0">
                <a:latin typeface="Times New Roman"/>
                <a:cs typeface="Times New Roman"/>
              </a:rPr>
              <a:t> </a:t>
            </a:r>
            <a:r>
              <a:rPr lang="en-US" sz="2000" dirty="0">
                <a:latin typeface="Times New Roman"/>
                <a:cs typeface="Times New Roman"/>
              </a:rPr>
              <a:t>important</a:t>
            </a:r>
            <a:r>
              <a:rPr lang="en-US" sz="2000" spc="210" dirty="0">
                <a:latin typeface="Times New Roman"/>
                <a:cs typeface="Times New Roman"/>
              </a:rPr>
              <a:t> </a:t>
            </a:r>
            <a:r>
              <a:rPr lang="en-US" sz="2000" dirty="0">
                <a:latin typeface="Times New Roman"/>
                <a:cs typeface="Times New Roman"/>
              </a:rPr>
              <a:t>places</a:t>
            </a:r>
            <a:r>
              <a:rPr lang="en-US" sz="2000" spc="204" dirty="0">
                <a:latin typeface="Times New Roman"/>
                <a:cs typeface="Times New Roman"/>
              </a:rPr>
              <a:t> </a:t>
            </a:r>
            <a:r>
              <a:rPr lang="en-US" sz="2000" spc="-20" dirty="0">
                <a:latin typeface="Times New Roman"/>
                <a:cs typeface="Times New Roman"/>
              </a:rPr>
              <a:t>such </a:t>
            </a:r>
            <a:r>
              <a:rPr lang="en-US" sz="2000" dirty="0">
                <a:latin typeface="Times New Roman"/>
                <a:cs typeface="Times New Roman"/>
              </a:rPr>
              <a:t>as</a:t>
            </a:r>
            <a:r>
              <a:rPr lang="en-US" sz="2000" spc="340" dirty="0">
                <a:latin typeface="Times New Roman"/>
                <a:cs typeface="Times New Roman"/>
              </a:rPr>
              <a:t> </a:t>
            </a:r>
            <a:r>
              <a:rPr lang="en-US" sz="2000" dirty="0">
                <a:latin typeface="Times New Roman"/>
                <a:cs typeface="Times New Roman"/>
              </a:rPr>
              <a:t>hospitals,</a:t>
            </a:r>
            <a:r>
              <a:rPr lang="en-US" sz="2000" spc="355" dirty="0">
                <a:latin typeface="Times New Roman"/>
                <a:cs typeface="Times New Roman"/>
              </a:rPr>
              <a:t> </a:t>
            </a:r>
            <a:r>
              <a:rPr lang="en-US" sz="2000" dirty="0">
                <a:latin typeface="Times New Roman"/>
                <a:cs typeface="Times New Roman"/>
              </a:rPr>
              <a:t>restaurants,</a:t>
            </a:r>
            <a:r>
              <a:rPr lang="en-US" sz="2000" spc="360" dirty="0">
                <a:latin typeface="Times New Roman"/>
                <a:cs typeface="Times New Roman"/>
              </a:rPr>
              <a:t> </a:t>
            </a:r>
            <a:r>
              <a:rPr lang="en-US" sz="2000" dirty="0">
                <a:latin typeface="Times New Roman"/>
                <a:cs typeface="Times New Roman"/>
              </a:rPr>
              <a:t>and</a:t>
            </a:r>
            <a:r>
              <a:rPr lang="en-US" sz="2000" spc="345" dirty="0">
                <a:latin typeface="Times New Roman"/>
                <a:cs typeface="Times New Roman"/>
              </a:rPr>
              <a:t> </a:t>
            </a:r>
            <a:r>
              <a:rPr lang="en-US" sz="2000" dirty="0">
                <a:latin typeface="Times New Roman"/>
                <a:cs typeface="Times New Roman"/>
              </a:rPr>
              <a:t>public</a:t>
            </a:r>
            <a:r>
              <a:rPr lang="en-US" sz="2000" spc="345" dirty="0">
                <a:latin typeface="Times New Roman"/>
                <a:cs typeface="Times New Roman"/>
              </a:rPr>
              <a:t> </a:t>
            </a:r>
            <a:r>
              <a:rPr lang="en-US" sz="2000" dirty="0">
                <a:latin typeface="Times New Roman"/>
                <a:cs typeface="Times New Roman"/>
              </a:rPr>
              <a:t>transport</a:t>
            </a:r>
            <a:r>
              <a:rPr lang="en-US" sz="2000" spc="340" dirty="0">
                <a:latin typeface="Times New Roman"/>
                <a:cs typeface="Times New Roman"/>
              </a:rPr>
              <a:t> </a:t>
            </a:r>
            <a:r>
              <a:rPr lang="en-US" sz="2000" dirty="0">
                <a:latin typeface="Times New Roman"/>
                <a:cs typeface="Times New Roman"/>
              </a:rPr>
              <a:t>stations,</a:t>
            </a:r>
            <a:r>
              <a:rPr lang="en-US" sz="2000" spc="350" dirty="0">
                <a:latin typeface="Times New Roman"/>
                <a:cs typeface="Times New Roman"/>
              </a:rPr>
              <a:t> </a:t>
            </a:r>
            <a:r>
              <a:rPr lang="en-US" sz="2000" spc="-25" dirty="0">
                <a:latin typeface="Times New Roman"/>
                <a:cs typeface="Times New Roman"/>
              </a:rPr>
              <a:t>and </a:t>
            </a:r>
            <a:r>
              <a:rPr lang="en-US" sz="2000" dirty="0">
                <a:latin typeface="Times New Roman"/>
                <a:cs typeface="Times New Roman"/>
              </a:rPr>
              <a:t>plan</a:t>
            </a:r>
            <a:r>
              <a:rPr lang="en-US" sz="2000" spc="229" dirty="0">
                <a:latin typeface="Times New Roman"/>
                <a:cs typeface="Times New Roman"/>
              </a:rPr>
              <a:t> </a:t>
            </a:r>
            <a:r>
              <a:rPr lang="en-US" sz="2000" dirty="0">
                <a:latin typeface="Times New Roman"/>
                <a:cs typeface="Times New Roman"/>
              </a:rPr>
              <a:t>their</a:t>
            </a:r>
            <a:r>
              <a:rPr lang="en-US" sz="2000" spc="229" dirty="0">
                <a:latin typeface="Times New Roman"/>
                <a:cs typeface="Times New Roman"/>
              </a:rPr>
              <a:t> </a:t>
            </a:r>
            <a:r>
              <a:rPr lang="en-US" sz="2000" dirty="0">
                <a:latin typeface="Times New Roman"/>
                <a:cs typeface="Times New Roman"/>
              </a:rPr>
              <a:t>journeys</a:t>
            </a:r>
            <a:r>
              <a:rPr lang="en-US" sz="2000" spc="225" dirty="0">
                <a:latin typeface="Times New Roman"/>
                <a:cs typeface="Times New Roman"/>
              </a:rPr>
              <a:t> </a:t>
            </a:r>
            <a:r>
              <a:rPr lang="en-US" sz="2000" dirty="0">
                <a:latin typeface="Times New Roman"/>
                <a:cs typeface="Times New Roman"/>
              </a:rPr>
              <a:t>effectively.</a:t>
            </a:r>
            <a:r>
              <a:rPr lang="en-US" sz="2000" spc="215" dirty="0">
                <a:latin typeface="Times New Roman"/>
                <a:cs typeface="Times New Roman"/>
              </a:rPr>
              <a:t> </a:t>
            </a:r>
            <a:r>
              <a:rPr lang="en-US" sz="2000" dirty="0">
                <a:latin typeface="Times New Roman"/>
                <a:cs typeface="Times New Roman"/>
              </a:rPr>
              <a:t>The</a:t>
            </a:r>
            <a:r>
              <a:rPr lang="en-US" sz="2000" spc="235" dirty="0">
                <a:latin typeface="Times New Roman"/>
                <a:cs typeface="Times New Roman"/>
              </a:rPr>
              <a:t> </a:t>
            </a:r>
            <a:r>
              <a:rPr lang="en-US" sz="2000" dirty="0">
                <a:latin typeface="Times New Roman"/>
                <a:cs typeface="Times New Roman"/>
              </a:rPr>
              <a:t>system</a:t>
            </a:r>
            <a:r>
              <a:rPr lang="en-US" sz="2000" spc="225" dirty="0">
                <a:latin typeface="Times New Roman"/>
                <a:cs typeface="Times New Roman"/>
              </a:rPr>
              <a:t> </a:t>
            </a:r>
            <a:r>
              <a:rPr lang="en-US" sz="2000" dirty="0">
                <a:latin typeface="Times New Roman"/>
                <a:cs typeface="Times New Roman"/>
              </a:rPr>
              <a:t>improves</a:t>
            </a:r>
            <a:r>
              <a:rPr lang="en-US" sz="2000" spc="225" dirty="0">
                <a:latin typeface="Times New Roman"/>
                <a:cs typeface="Times New Roman"/>
              </a:rPr>
              <a:t> </a:t>
            </a:r>
            <a:r>
              <a:rPr lang="en-US" sz="2000" spc="-10" dirty="0">
                <a:latin typeface="Times New Roman"/>
                <a:cs typeface="Times New Roman"/>
              </a:rPr>
              <a:t>urban </a:t>
            </a:r>
            <a:r>
              <a:rPr lang="en-US" sz="2000" dirty="0">
                <a:latin typeface="Times New Roman"/>
                <a:cs typeface="Times New Roman"/>
              </a:rPr>
              <a:t>mobility,</a:t>
            </a:r>
            <a:r>
              <a:rPr lang="en-US" sz="2000" spc="250" dirty="0">
                <a:latin typeface="Times New Roman"/>
                <a:cs typeface="Times New Roman"/>
              </a:rPr>
              <a:t>  </a:t>
            </a:r>
            <a:r>
              <a:rPr lang="en-US" sz="2000" dirty="0">
                <a:latin typeface="Times New Roman"/>
                <a:cs typeface="Times New Roman"/>
              </a:rPr>
              <a:t>saves</a:t>
            </a:r>
            <a:r>
              <a:rPr lang="en-US" sz="2000" spc="240" dirty="0">
                <a:latin typeface="Times New Roman"/>
                <a:cs typeface="Times New Roman"/>
              </a:rPr>
              <a:t>  </a:t>
            </a:r>
            <a:r>
              <a:rPr lang="en-US" sz="2000" dirty="0">
                <a:latin typeface="Times New Roman"/>
                <a:cs typeface="Times New Roman"/>
              </a:rPr>
              <a:t>time,</a:t>
            </a:r>
            <a:r>
              <a:rPr lang="en-US" sz="2000" spc="250" dirty="0">
                <a:latin typeface="Times New Roman"/>
                <a:cs typeface="Times New Roman"/>
              </a:rPr>
              <a:t>  </a:t>
            </a:r>
            <a:r>
              <a:rPr lang="en-US" sz="2000" dirty="0">
                <a:latin typeface="Times New Roman"/>
                <a:cs typeface="Times New Roman"/>
              </a:rPr>
              <a:t>and</a:t>
            </a:r>
            <a:r>
              <a:rPr lang="en-US" sz="2000" spc="250" dirty="0">
                <a:latin typeface="Times New Roman"/>
                <a:cs typeface="Times New Roman"/>
              </a:rPr>
              <a:t>  </a:t>
            </a:r>
            <a:r>
              <a:rPr lang="en-US" sz="2000" dirty="0">
                <a:latin typeface="Times New Roman"/>
                <a:cs typeface="Times New Roman"/>
              </a:rPr>
              <a:t>enhances</a:t>
            </a:r>
            <a:r>
              <a:rPr lang="en-US" sz="2000" spc="245" dirty="0">
                <a:latin typeface="Times New Roman"/>
                <a:cs typeface="Times New Roman"/>
              </a:rPr>
              <a:t>  </a:t>
            </a:r>
            <a:r>
              <a:rPr lang="en-US" sz="2000" dirty="0">
                <a:latin typeface="Times New Roman"/>
                <a:cs typeface="Times New Roman"/>
              </a:rPr>
              <a:t>the</a:t>
            </a:r>
            <a:r>
              <a:rPr lang="en-US" sz="2000" spc="245" dirty="0">
                <a:latin typeface="Times New Roman"/>
                <a:cs typeface="Times New Roman"/>
              </a:rPr>
              <a:t>  </a:t>
            </a:r>
            <a:r>
              <a:rPr lang="en-US" sz="2000" dirty="0">
                <a:latin typeface="Times New Roman"/>
                <a:cs typeface="Times New Roman"/>
              </a:rPr>
              <a:t>overall</a:t>
            </a:r>
            <a:r>
              <a:rPr lang="en-US" sz="2000" spc="245" dirty="0">
                <a:latin typeface="Times New Roman"/>
                <a:cs typeface="Times New Roman"/>
              </a:rPr>
              <a:t>  </a:t>
            </a:r>
            <a:r>
              <a:rPr lang="en-US" sz="2000" spc="-10" dirty="0">
                <a:latin typeface="Times New Roman"/>
                <a:cs typeface="Times New Roman"/>
              </a:rPr>
              <a:t>travel </a:t>
            </a:r>
            <a:r>
              <a:rPr lang="en-US" sz="2000" dirty="0">
                <a:latin typeface="Times New Roman"/>
                <a:cs typeface="Times New Roman"/>
              </a:rPr>
              <a:t>experience</a:t>
            </a:r>
            <a:r>
              <a:rPr lang="en-US" sz="2000" spc="-55" dirty="0">
                <a:latin typeface="Times New Roman"/>
                <a:cs typeface="Times New Roman"/>
              </a:rPr>
              <a:t> </a:t>
            </a:r>
            <a:r>
              <a:rPr lang="en-US" sz="2000" dirty="0">
                <a:latin typeface="Times New Roman"/>
                <a:cs typeface="Times New Roman"/>
              </a:rPr>
              <a:t>in</a:t>
            </a:r>
            <a:r>
              <a:rPr lang="en-US" sz="2000" spc="-25" dirty="0">
                <a:latin typeface="Times New Roman"/>
                <a:cs typeface="Times New Roman"/>
              </a:rPr>
              <a:t> </a:t>
            </a:r>
            <a:r>
              <a:rPr lang="en-US" sz="2000" dirty="0">
                <a:latin typeface="Times New Roman"/>
                <a:cs typeface="Times New Roman"/>
              </a:rPr>
              <a:t>the</a:t>
            </a:r>
            <a:r>
              <a:rPr lang="en-US" sz="2000" spc="-30" dirty="0">
                <a:latin typeface="Times New Roman"/>
                <a:cs typeface="Times New Roman"/>
              </a:rPr>
              <a:t> </a:t>
            </a:r>
            <a:r>
              <a:rPr lang="en-US" sz="2000" spc="-20" dirty="0">
                <a:latin typeface="Times New Roman"/>
                <a:cs typeface="Times New Roman"/>
              </a:rPr>
              <a:t>city.</a:t>
            </a:r>
            <a:endParaRPr lang="en-US" sz="2000" dirty="0">
              <a:latin typeface="Times New Roman"/>
              <a:cs typeface="Times New Roman"/>
            </a:endParaRPr>
          </a:p>
          <a:p>
            <a:pPr marL="286385" marR="5080" indent="-274320">
              <a:lnSpc>
                <a:spcPct val="100000"/>
              </a:lnSpc>
              <a:spcBef>
                <a:spcPts val="105"/>
              </a:spcBef>
              <a:tabLst>
                <a:tab pos="286385" algn="l"/>
              </a:tabLst>
            </a:pPr>
            <a:endParaRPr sz="200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133350"/>
            <a:ext cx="8229600" cy="635000"/>
          </a:xfrm>
          <a:prstGeom prst="rect">
            <a:avLst/>
          </a:prstGeom>
          <a:solidFill>
            <a:schemeClr val="accent5">
              <a:lumMod val="75000"/>
            </a:schemeClr>
          </a:solidFill>
        </p:spPr>
        <p:txBody>
          <a:bodyPr vert="horz" wrap="square" lIns="0" tIns="132207" rIns="0" bIns="0" rtlCol="0">
            <a:spAutoFit/>
          </a:bodyPr>
          <a:lstStyle/>
          <a:p>
            <a:pPr marL="91440" algn="ctr">
              <a:lnSpc>
                <a:spcPct val="100000"/>
              </a:lnSpc>
              <a:spcBef>
                <a:spcPts val="105"/>
              </a:spcBef>
            </a:pPr>
            <a:r>
              <a:rPr sz="3200" spc="195" dirty="0">
                <a:solidFill>
                  <a:srgbClr val="464652"/>
                </a:solidFill>
                <a:latin typeface="Times New Roman" pitchFamily="18" charset="0"/>
                <a:cs typeface="Times New Roman" pitchFamily="18" charset="0"/>
              </a:rPr>
              <a:t>Abstract</a:t>
            </a:r>
            <a:r>
              <a:rPr sz="3200" spc="285" dirty="0">
                <a:solidFill>
                  <a:srgbClr val="464652"/>
                </a:solidFill>
                <a:latin typeface="Times New Roman" pitchFamily="18" charset="0"/>
                <a:cs typeface="Times New Roman" pitchFamily="18" charset="0"/>
              </a:rPr>
              <a:t> </a:t>
            </a:r>
            <a:r>
              <a:rPr sz="3200" spc="140" dirty="0">
                <a:solidFill>
                  <a:srgbClr val="464652"/>
                </a:solidFill>
                <a:latin typeface="Times New Roman" pitchFamily="18" charset="0"/>
                <a:cs typeface="Times New Roman" pitchFamily="18" charset="0"/>
              </a:rPr>
              <a:t>with</a:t>
            </a:r>
            <a:r>
              <a:rPr sz="3200" spc="335" dirty="0">
                <a:solidFill>
                  <a:srgbClr val="464652"/>
                </a:solidFill>
                <a:latin typeface="Times New Roman" pitchFamily="18" charset="0"/>
                <a:cs typeface="Times New Roman" pitchFamily="18" charset="0"/>
              </a:rPr>
              <a:t> </a:t>
            </a:r>
            <a:r>
              <a:rPr sz="3200" spc="400" dirty="0">
                <a:solidFill>
                  <a:srgbClr val="464652"/>
                </a:solidFill>
                <a:latin typeface="Times New Roman" pitchFamily="18" charset="0"/>
                <a:cs typeface="Times New Roman" pitchFamily="18" charset="0"/>
              </a:rPr>
              <a:t>CO/PO</a:t>
            </a:r>
            <a:r>
              <a:rPr sz="3200" spc="335" dirty="0">
                <a:solidFill>
                  <a:srgbClr val="464652"/>
                </a:solidFill>
                <a:latin typeface="Times New Roman" pitchFamily="18" charset="0"/>
                <a:cs typeface="Times New Roman" pitchFamily="18" charset="0"/>
              </a:rPr>
              <a:t> </a:t>
            </a:r>
            <a:r>
              <a:rPr sz="3200" spc="204" dirty="0">
                <a:solidFill>
                  <a:srgbClr val="464652"/>
                </a:solidFill>
                <a:latin typeface="Times New Roman" pitchFamily="18" charset="0"/>
                <a:cs typeface="Times New Roman" pitchFamily="18" charset="0"/>
              </a:rPr>
              <a:t>Mapping</a:t>
            </a:r>
            <a:endParaRPr sz="3200">
              <a:latin typeface="Times New Roman" pitchFamily="18" charset="0"/>
              <a:cs typeface="Times New Roman" pitchFamily="18" charset="0"/>
            </a:endParaRPr>
          </a:p>
        </p:txBody>
      </p:sp>
      <p:sp>
        <p:nvSpPr>
          <p:cNvPr id="4" name="object 4"/>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50" dirty="0"/>
              <a:pPr marL="38100">
                <a:lnSpc>
                  <a:spcPct val="100000"/>
                </a:lnSpc>
                <a:spcBef>
                  <a:spcPts val="5"/>
                </a:spcBef>
              </a:pPr>
              <a:t>4</a:t>
            </a:fld>
            <a:endParaRPr spc="-50" dirty="0"/>
          </a:p>
        </p:txBody>
      </p:sp>
      <p:sp>
        <p:nvSpPr>
          <p:cNvPr id="5" name="object 5"/>
          <p:cNvSpPr txBox="1">
            <a:spLocks noGrp="1"/>
          </p:cNvSpPr>
          <p:nvPr>
            <p:ph type="ftr" sz="quarter" idx="5"/>
          </p:nvPr>
        </p:nvSpPr>
        <p:spPr>
          <a:xfrm>
            <a:off x="2091308" y="4806620"/>
            <a:ext cx="4838954" cy="216085"/>
          </a:xfrm>
          <a:prstGeom prst="rect">
            <a:avLst/>
          </a:prstGeom>
        </p:spPr>
        <p:txBody>
          <a:bodyPr vert="horz" wrap="square" lIns="0" tIns="635" rIns="0" bIns="0" rtlCol="0">
            <a:spAutoFit/>
          </a:bodyPr>
          <a:lstStyle/>
          <a:p>
            <a:pPr marL="12700">
              <a:lnSpc>
                <a:spcPct val="100000"/>
              </a:lnSpc>
              <a:spcBef>
                <a:spcPts val="5"/>
              </a:spcBef>
            </a:pPr>
            <a:r>
              <a:rPr sz="1400" spc="-20">
                <a:latin typeface="Trebuchet MS"/>
                <a:cs typeface="Trebuchet MS"/>
              </a:rPr>
              <a:t>EGB1201</a:t>
            </a:r>
            <a:r>
              <a:rPr sz="1400" spc="-15">
                <a:latin typeface="Trebuchet MS"/>
                <a:cs typeface="Trebuchet MS"/>
              </a:rPr>
              <a:t> </a:t>
            </a:r>
            <a:r>
              <a:rPr sz="1400" spc="180">
                <a:latin typeface="Trebuchet MS"/>
                <a:cs typeface="Trebuchet MS"/>
              </a:rPr>
              <a:t>–</a:t>
            </a:r>
            <a:r>
              <a:rPr sz="1400" spc="35">
                <a:latin typeface="Trebuchet MS"/>
                <a:cs typeface="Trebuchet MS"/>
              </a:rPr>
              <a:t> </a:t>
            </a:r>
            <a:r>
              <a:rPr sz="1400" spc="-85">
                <a:latin typeface="Trebuchet MS"/>
                <a:cs typeface="Trebuchet MS"/>
              </a:rPr>
              <a:t>JAVA</a:t>
            </a:r>
            <a:r>
              <a:rPr sz="1400" spc="30">
                <a:latin typeface="Trebuchet MS"/>
                <a:cs typeface="Trebuchet MS"/>
              </a:rPr>
              <a:t> </a:t>
            </a:r>
            <a:r>
              <a:rPr sz="1400" spc="65">
                <a:latin typeface="Trebuchet MS"/>
                <a:cs typeface="Trebuchet MS"/>
              </a:rPr>
              <a:t>PROGRAMMING</a:t>
            </a:r>
            <a:r>
              <a:rPr sz="1400" spc="-15">
                <a:latin typeface="Trebuchet MS"/>
                <a:cs typeface="Trebuchet MS"/>
              </a:rPr>
              <a:t> </a:t>
            </a:r>
            <a:r>
              <a:rPr sz="1400">
                <a:latin typeface="Trebuchet MS"/>
                <a:cs typeface="Trebuchet MS"/>
              </a:rPr>
              <a:t>–PROJECT</a:t>
            </a:r>
            <a:r>
              <a:rPr sz="1400" spc="-5">
                <a:latin typeface="Trebuchet MS"/>
                <a:cs typeface="Trebuchet MS"/>
              </a:rPr>
              <a:t> </a:t>
            </a:r>
            <a:r>
              <a:rPr sz="1400">
                <a:latin typeface="Trebuchet MS"/>
                <a:cs typeface="Trebuchet MS"/>
              </a:rPr>
              <a:t>REVIEW</a:t>
            </a:r>
            <a:r>
              <a:rPr sz="1400" spc="20">
                <a:latin typeface="Trebuchet MS"/>
                <a:cs typeface="Trebuchet MS"/>
              </a:rPr>
              <a:t> </a:t>
            </a:r>
            <a:r>
              <a:rPr lang="en-US" sz="1400" spc="-50">
                <a:latin typeface="Trebuchet MS"/>
                <a:cs typeface="Trebuchet MS"/>
              </a:rPr>
              <a:t>2</a:t>
            </a:r>
            <a:endParaRPr sz="1400">
              <a:latin typeface="Trebuchet MS"/>
              <a:cs typeface="Trebuchet MS"/>
            </a:endParaRPr>
          </a:p>
        </p:txBody>
      </p:sp>
      <p:graphicFrame>
        <p:nvGraphicFramePr>
          <p:cNvPr id="3" name="object 3"/>
          <p:cNvGraphicFramePr>
            <a:graphicFrameLocks noGrp="1"/>
          </p:cNvGraphicFramePr>
          <p:nvPr/>
        </p:nvGraphicFramePr>
        <p:xfrm>
          <a:off x="533400" y="1047749"/>
          <a:ext cx="8297544" cy="3610610"/>
        </p:xfrm>
        <a:graphic>
          <a:graphicData uri="http://schemas.openxmlformats.org/drawingml/2006/table">
            <a:tbl>
              <a:tblPr firstRow="1" bandRow="1">
                <a:tableStyleId>{2D5ABB26-0587-4C30-8999-92F81FD0307C}</a:tableStyleId>
              </a:tblPr>
              <a:tblGrid>
                <a:gridCol w="5815330">
                  <a:extLst>
                    <a:ext uri="{9D8B030D-6E8A-4147-A177-3AD203B41FA5}">
                      <a16:colId xmlns:a16="http://schemas.microsoft.com/office/drawing/2014/main" val="20000"/>
                    </a:ext>
                  </a:extLst>
                </a:gridCol>
                <a:gridCol w="853440">
                  <a:extLst>
                    <a:ext uri="{9D8B030D-6E8A-4147-A177-3AD203B41FA5}">
                      <a16:colId xmlns:a16="http://schemas.microsoft.com/office/drawing/2014/main" val="20001"/>
                    </a:ext>
                  </a:extLst>
                </a:gridCol>
                <a:gridCol w="930909">
                  <a:extLst>
                    <a:ext uri="{9D8B030D-6E8A-4147-A177-3AD203B41FA5}">
                      <a16:colId xmlns:a16="http://schemas.microsoft.com/office/drawing/2014/main" val="20002"/>
                    </a:ext>
                  </a:extLst>
                </a:gridCol>
                <a:gridCol w="697865">
                  <a:extLst>
                    <a:ext uri="{9D8B030D-6E8A-4147-A177-3AD203B41FA5}">
                      <a16:colId xmlns:a16="http://schemas.microsoft.com/office/drawing/2014/main" val="20003"/>
                    </a:ext>
                  </a:extLst>
                </a:gridCol>
              </a:tblGrid>
              <a:tr h="455930">
                <a:tc>
                  <a:txBody>
                    <a:bodyPr/>
                    <a:lstStyle/>
                    <a:p>
                      <a:pPr marL="635" algn="ctr">
                        <a:lnSpc>
                          <a:spcPct val="100000"/>
                        </a:lnSpc>
                        <a:spcBef>
                          <a:spcPts val="305"/>
                        </a:spcBef>
                      </a:pPr>
                      <a:r>
                        <a:rPr sz="1800" b="1" spc="-10" dirty="0">
                          <a:latin typeface="Times New Roman"/>
                          <a:cs typeface="Times New Roman"/>
                        </a:rPr>
                        <a:t>Abstract</a:t>
                      </a:r>
                      <a:endParaRPr sz="1800">
                        <a:latin typeface="Times New Roman"/>
                        <a:cs typeface="Times New Roman"/>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DDE9EB"/>
                    </a:solidFill>
                  </a:tcPr>
                </a:tc>
                <a:tc>
                  <a:txBody>
                    <a:bodyPr/>
                    <a:lstStyle/>
                    <a:p>
                      <a:pPr marL="255270">
                        <a:lnSpc>
                          <a:spcPct val="100000"/>
                        </a:lnSpc>
                        <a:spcBef>
                          <a:spcPts val="305"/>
                        </a:spcBef>
                      </a:pPr>
                      <a:r>
                        <a:rPr sz="1800" b="1" spc="-25" dirty="0">
                          <a:latin typeface="Times New Roman"/>
                          <a:cs typeface="Times New Roman"/>
                        </a:rPr>
                        <a:t>CO</a:t>
                      </a:r>
                      <a:endParaRPr sz="1800">
                        <a:latin typeface="Times New Roman"/>
                        <a:cs typeface="Times New Roman"/>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DDE9EB"/>
                    </a:solidFill>
                  </a:tcPr>
                </a:tc>
                <a:tc>
                  <a:txBody>
                    <a:bodyPr/>
                    <a:lstStyle/>
                    <a:p>
                      <a:pPr marL="307340">
                        <a:lnSpc>
                          <a:spcPct val="100000"/>
                        </a:lnSpc>
                        <a:spcBef>
                          <a:spcPts val="305"/>
                        </a:spcBef>
                      </a:pPr>
                      <a:r>
                        <a:rPr sz="1800" b="1" spc="-25" dirty="0">
                          <a:latin typeface="Times New Roman"/>
                          <a:cs typeface="Times New Roman"/>
                        </a:rPr>
                        <a:t>PO</a:t>
                      </a:r>
                      <a:endParaRPr sz="1800">
                        <a:latin typeface="Times New Roman"/>
                        <a:cs typeface="Times New Roman"/>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DDE9EB"/>
                    </a:solidFill>
                  </a:tcPr>
                </a:tc>
                <a:tc>
                  <a:txBody>
                    <a:bodyPr/>
                    <a:lstStyle/>
                    <a:p>
                      <a:pPr marL="128270">
                        <a:lnSpc>
                          <a:spcPct val="100000"/>
                        </a:lnSpc>
                        <a:spcBef>
                          <a:spcPts val="305"/>
                        </a:spcBef>
                      </a:pPr>
                      <a:r>
                        <a:rPr sz="1800" b="1" spc="-25" dirty="0">
                          <a:latin typeface="Times New Roman"/>
                          <a:cs typeface="Times New Roman"/>
                        </a:rPr>
                        <a:t>PSO</a:t>
                      </a:r>
                      <a:endParaRPr sz="1800">
                        <a:latin typeface="Times New Roman"/>
                        <a:cs typeface="Times New Roman"/>
                      </a:endParaRPr>
                    </a:p>
                  </a:txBody>
                  <a:tcPr marL="0" marR="0" marT="387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DDE9EB"/>
                    </a:solidFill>
                  </a:tcPr>
                </a:tc>
                <a:extLst>
                  <a:ext uri="{0D108BD9-81ED-4DB2-BD59-A6C34878D82A}">
                    <a16:rowId xmlns:a16="http://schemas.microsoft.com/office/drawing/2014/main" val="10000"/>
                  </a:ext>
                </a:extLst>
              </a:tr>
              <a:tr h="3154680">
                <a:tc>
                  <a:txBody>
                    <a:bodyPr/>
                    <a:lstStyle/>
                    <a:p>
                      <a:pPr marL="91440" marR="80645" indent="-3175" algn="just">
                        <a:lnSpc>
                          <a:spcPct val="100000"/>
                        </a:lnSpc>
                        <a:buSzPct val="94444"/>
                        <a:buFont typeface="Wingdings"/>
                        <a:buNone/>
                        <a:tabLst>
                          <a:tab pos="272415" algn="l"/>
                        </a:tabLst>
                      </a:pPr>
                      <a:r>
                        <a:rPr sz="2000">
                          <a:latin typeface="Times New Roman"/>
                          <a:cs typeface="Times New Roman"/>
                        </a:rPr>
                        <a:t>A</a:t>
                      </a:r>
                      <a:r>
                        <a:rPr sz="2000" spc="245">
                          <a:latin typeface="Times New Roman"/>
                          <a:cs typeface="Times New Roman"/>
                        </a:rPr>
                        <a:t> </a:t>
                      </a:r>
                      <a:r>
                        <a:rPr sz="2000" dirty="0">
                          <a:latin typeface="Times New Roman"/>
                          <a:cs typeface="Times New Roman"/>
                        </a:rPr>
                        <a:t>City</a:t>
                      </a:r>
                      <a:r>
                        <a:rPr sz="2000" spc="350" dirty="0">
                          <a:latin typeface="Times New Roman"/>
                          <a:cs typeface="Times New Roman"/>
                        </a:rPr>
                        <a:t> </a:t>
                      </a:r>
                      <a:r>
                        <a:rPr sz="2000" dirty="0">
                          <a:latin typeface="Times New Roman"/>
                          <a:cs typeface="Times New Roman"/>
                        </a:rPr>
                        <a:t>Navigation</a:t>
                      </a:r>
                      <a:r>
                        <a:rPr sz="2000" spc="355" dirty="0">
                          <a:latin typeface="Times New Roman"/>
                          <a:cs typeface="Times New Roman"/>
                        </a:rPr>
                        <a:t> </a:t>
                      </a:r>
                      <a:r>
                        <a:rPr sz="2000" dirty="0">
                          <a:latin typeface="Times New Roman"/>
                          <a:cs typeface="Times New Roman"/>
                        </a:rPr>
                        <a:t>System</a:t>
                      </a:r>
                      <a:r>
                        <a:rPr sz="2000" spc="350" dirty="0">
                          <a:latin typeface="Times New Roman"/>
                          <a:cs typeface="Times New Roman"/>
                        </a:rPr>
                        <a:t> </a:t>
                      </a:r>
                      <a:r>
                        <a:rPr sz="2000" dirty="0">
                          <a:latin typeface="Times New Roman"/>
                          <a:cs typeface="Times New Roman"/>
                        </a:rPr>
                        <a:t>is</a:t>
                      </a:r>
                      <a:r>
                        <a:rPr sz="2000" spc="345" dirty="0">
                          <a:latin typeface="Times New Roman"/>
                          <a:cs typeface="Times New Roman"/>
                        </a:rPr>
                        <a:t> </a:t>
                      </a:r>
                      <a:r>
                        <a:rPr sz="2000" dirty="0">
                          <a:latin typeface="Times New Roman"/>
                          <a:cs typeface="Times New Roman"/>
                        </a:rPr>
                        <a:t>designed</a:t>
                      </a:r>
                      <a:r>
                        <a:rPr sz="2000" spc="340" dirty="0">
                          <a:latin typeface="Times New Roman"/>
                          <a:cs typeface="Times New Roman"/>
                        </a:rPr>
                        <a:t> </a:t>
                      </a:r>
                      <a:r>
                        <a:rPr sz="2000" dirty="0">
                          <a:latin typeface="Times New Roman"/>
                          <a:cs typeface="Times New Roman"/>
                        </a:rPr>
                        <a:t>to</a:t>
                      </a:r>
                      <a:r>
                        <a:rPr sz="2000" spc="340" dirty="0">
                          <a:latin typeface="Times New Roman"/>
                          <a:cs typeface="Times New Roman"/>
                        </a:rPr>
                        <a:t> </a:t>
                      </a:r>
                      <a:r>
                        <a:rPr sz="2000" dirty="0">
                          <a:latin typeface="Times New Roman"/>
                          <a:cs typeface="Times New Roman"/>
                        </a:rPr>
                        <a:t>assist</a:t>
                      </a:r>
                      <a:r>
                        <a:rPr sz="2000" spc="350" dirty="0">
                          <a:latin typeface="Times New Roman"/>
                          <a:cs typeface="Times New Roman"/>
                        </a:rPr>
                        <a:t> </a:t>
                      </a:r>
                      <a:r>
                        <a:rPr sz="2000" dirty="0">
                          <a:latin typeface="Times New Roman"/>
                          <a:cs typeface="Times New Roman"/>
                        </a:rPr>
                        <a:t>users</a:t>
                      </a:r>
                      <a:r>
                        <a:rPr sz="2000" spc="335" dirty="0">
                          <a:latin typeface="Times New Roman"/>
                          <a:cs typeface="Times New Roman"/>
                        </a:rPr>
                        <a:t> </a:t>
                      </a:r>
                      <a:r>
                        <a:rPr sz="2000" spc="-25" dirty="0">
                          <a:latin typeface="Times New Roman"/>
                          <a:cs typeface="Times New Roman"/>
                        </a:rPr>
                        <a:t>in </a:t>
                      </a:r>
                      <a:r>
                        <a:rPr sz="2000" dirty="0">
                          <a:latin typeface="Times New Roman"/>
                          <a:cs typeface="Times New Roman"/>
                        </a:rPr>
                        <a:t>finding</a:t>
                      </a:r>
                      <a:r>
                        <a:rPr sz="2000" spc="254" dirty="0">
                          <a:latin typeface="Times New Roman"/>
                          <a:cs typeface="Times New Roman"/>
                        </a:rPr>
                        <a:t> </a:t>
                      </a:r>
                      <a:r>
                        <a:rPr sz="2000" dirty="0">
                          <a:latin typeface="Times New Roman"/>
                          <a:cs typeface="Times New Roman"/>
                        </a:rPr>
                        <a:t>the</a:t>
                      </a:r>
                      <a:r>
                        <a:rPr sz="2000" spc="265" dirty="0">
                          <a:latin typeface="Times New Roman"/>
                          <a:cs typeface="Times New Roman"/>
                        </a:rPr>
                        <a:t> </a:t>
                      </a:r>
                      <a:r>
                        <a:rPr sz="2000" dirty="0">
                          <a:latin typeface="Times New Roman"/>
                          <a:cs typeface="Times New Roman"/>
                        </a:rPr>
                        <a:t>most</a:t>
                      </a:r>
                      <a:r>
                        <a:rPr sz="2000" spc="270" dirty="0">
                          <a:latin typeface="Times New Roman"/>
                          <a:cs typeface="Times New Roman"/>
                        </a:rPr>
                        <a:t> </a:t>
                      </a:r>
                      <a:r>
                        <a:rPr sz="2000" dirty="0">
                          <a:latin typeface="Times New Roman"/>
                          <a:cs typeface="Times New Roman"/>
                        </a:rPr>
                        <a:t>efficient</a:t>
                      </a:r>
                      <a:r>
                        <a:rPr sz="2000" spc="275" dirty="0">
                          <a:latin typeface="Times New Roman"/>
                          <a:cs typeface="Times New Roman"/>
                        </a:rPr>
                        <a:t> </a:t>
                      </a:r>
                      <a:r>
                        <a:rPr sz="2000" dirty="0">
                          <a:latin typeface="Times New Roman"/>
                          <a:cs typeface="Times New Roman"/>
                        </a:rPr>
                        <a:t>routes</a:t>
                      </a:r>
                      <a:r>
                        <a:rPr sz="2000" spc="260" dirty="0">
                          <a:latin typeface="Times New Roman"/>
                          <a:cs typeface="Times New Roman"/>
                        </a:rPr>
                        <a:t> </a:t>
                      </a:r>
                      <a:r>
                        <a:rPr sz="2000" dirty="0">
                          <a:latin typeface="Times New Roman"/>
                          <a:cs typeface="Times New Roman"/>
                        </a:rPr>
                        <a:t>within</a:t>
                      </a:r>
                      <a:r>
                        <a:rPr sz="2000" spc="260" dirty="0">
                          <a:latin typeface="Times New Roman"/>
                          <a:cs typeface="Times New Roman"/>
                        </a:rPr>
                        <a:t> </a:t>
                      </a:r>
                      <a:r>
                        <a:rPr sz="2000" dirty="0">
                          <a:latin typeface="Times New Roman"/>
                          <a:cs typeface="Times New Roman"/>
                        </a:rPr>
                        <a:t>urban</a:t>
                      </a:r>
                      <a:r>
                        <a:rPr sz="2000" spc="245" dirty="0">
                          <a:latin typeface="Times New Roman"/>
                          <a:cs typeface="Times New Roman"/>
                        </a:rPr>
                        <a:t> </a:t>
                      </a:r>
                      <a:r>
                        <a:rPr sz="2000" dirty="0">
                          <a:latin typeface="Times New Roman"/>
                          <a:cs typeface="Times New Roman"/>
                        </a:rPr>
                        <a:t>areas.</a:t>
                      </a:r>
                      <a:r>
                        <a:rPr sz="2000" spc="265" dirty="0">
                          <a:latin typeface="Times New Roman"/>
                          <a:cs typeface="Times New Roman"/>
                        </a:rPr>
                        <a:t> </a:t>
                      </a:r>
                      <a:r>
                        <a:rPr sz="2000" spc="-10" dirty="0">
                          <a:latin typeface="Times New Roman"/>
                          <a:cs typeface="Times New Roman"/>
                        </a:rPr>
                        <a:t>Using </a:t>
                      </a:r>
                      <a:r>
                        <a:rPr sz="2000" dirty="0">
                          <a:latin typeface="Times New Roman"/>
                          <a:cs typeface="Times New Roman"/>
                        </a:rPr>
                        <a:t>GPS</a:t>
                      </a:r>
                      <a:r>
                        <a:rPr sz="2000" spc="95" dirty="0">
                          <a:latin typeface="Times New Roman"/>
                          <a:cs typeface="Times New Roman"/>
                        </a:rPr>
                        <a:t> </a:t>
                      </a:r>
                      <a:r>
                        <a:rPr sz="2000" dirty="0">
                          <a:latin typeface="Times New Roman"/>
                          <a:cs typeface="Times New Roman"/>
                        </a:rPr>
                        <a:t>technology,</a:t>
                      </a:r>
                      <a:r>
                        <a:rPr sz="2000" spc="95" dirty="0">
                          <a:latin typeface="Times New Roman"/>
                          <a:cs typeface="Times New Roman"/>
                        </a:rPr>
                        <a:t> </a:t>
                      </a:r>
                      <a:r>
                        <a:rPr sz="2000" spc="-10" dirty="0">
                          <a:latin typeface="Times New Roman"/>
                          <a:cs typeface="Times New Roman"/>
                        </a:rPr>
                        <a:t>real-</a:t>
                      </a:r>
                      <a:r>
                        <a:rPr sz="2000" dirty="0">
                          <a:latin typeface="Times New Roman"/>
                          <a:cs typeface="Times New Roman"/>
                        </a:rPr>
                        <a:t>time</a:t>
                      </a:r>
                      <a:r>
                        <a:rPr sz="2000" spc="105" dirty="0">
                          <a:latin typeface="Times New Roman"/>
                          <a:cs typeface="Times New Roman"/>
                        </a:rPr>
                        <a:t> </a:t>
                      </a:r>
                      <a:r>
                        <a:rPr sz="2000" dirty="0">
                          <a:latin typeface="Times New Roman"/>
                          <a:cs typeface="Times New Roman"/>
                        </a:rPr>
                        <a:t>traffic</a:t>
                      </a:r>
                      <a:r>
                        <a:rPr sz="2000" spc="100" dirty="0">
                          <a:latin typeface="Times New Roman"/>
                          <a:cs typeface="Times New Roman"/>
                        </a:rPr>
                        <a:t> </a:t>
                      </a:r>
                      <a:r>
                        <a:rPr sz="2000" dirty="0">
                          <a:latin typeface="Times New Roman"/>
                          <a:cs typeface="Times New Roman"/>
                        </a:rPr>
                        <a:t>data,</a:t>
                      </a:r>
                      <a:r>
                        <a:rPr sz="2000" spc="105" dirty="0">
                          <a:latin typeface="Times New Roman"/>
                          <a:cs typeface="Times New Roman"/>
                        </a:rPr>
                        <a:t> </a:t>
                      </a:r>
                      <a:r>
                        <a:rPr sz="2000" dirty="0">
                          <a:latin typeface="Times New Roman"/>
                          <a:cs typeface="Times New Roman"/>
                        </a:rPr>
                        <a:t>and</a:t>
                      </a:r>
                      <a:r>
                        <a:rPr sz="2000" spc="105" dirty="0">
                          <a:latin typeface="Times New Roman"/>
                          <a:cs typeface="Times New Roman"/>
                        </a:rPr>
                        <a:t> </a:t>
                      </a:r>
                      <a:r>
                        <a:rPr sz="2000" dirty="0">
                          <a:latin typeface="Times New Roman"/>
                          <a:cs typeface="Times New Roman"/>
                        </a:rPr>
                        <a:t>digital</a:t>
                      </a:r>
                      <a:r>
                        <a:rPr sz="2000" spc="105" dirty="0">
                          <a:latin typeface="Times New Roman"/>
                          <a:cs typeface="Times New Roman"/>
                        </a:rPr>
                        <a:t> </a:t>
                      </a:r>
                      <a:r>
                        <a:rPr sz="2000" dirty="0">
                          <a:latin typeface="Times New Roman"/>
                          <a:cs typeface="Times New Roman"/>
                        </a:rPr>
                        <a:t>maps,</a:t>
                      </a:r>
                      <a:r>
                        <a:rPr sz="2000" spc="110" dirty="0">
                          <a:latin typeface="Times New Roman"/>
                          <a:cs typeface="Times New Roman"/>
                        </a:rPr>
                        <a:t> </a:t>
                      </a:r>
                      <a:r>
                        <a:rPr sz="2000" spc="-25" dirty="0">
                          <a:latin typeface="Times New Roman"/>
                          <a:cs typeface="Times New Roman"/>
                        </a:rPr>
                        <a:t>the </a:t>
                      </a:r>
                      <a:r>
                        <a:rPr sz="2000" dirty="0">
                          <a:latin typeface="Times New Roman"/>
                          <a:cs typeface="Times New Roman"/>
                        </a:rPr>
                        <a:t>system</a:t>
                      </a:r>
                      <a:r>
                        <a:rPr sz="2000" spc="55" dirty="0">
                          <a:latin typeface="Times New Roman"/>
                          <a:cs typeface="Times New Roman"/>
                        </a:rPr>
                        <a:t> </a:t>
                      </a:r>
                      <a:r>
                        <a:rPr sz="2000" dirty="0">
                          <a:latin typeface="Times New Roman"/>
                          <a:cs typeface="Times New Roman"/>
                        </a:rPr>
                        <a:t>provides</a:t>
                      </a:r>
                      <a:r>
                        <a:rPr sz="2000" spc="55" dirty="0">
                          <a:latin typeface="Times New Roman"/>
                          <a:cs typeface="Times New Roman"/>
                        </a:rPr>
                        <a:t> </a:t>
                      </a:r>
                      <a:r>
                        <a:rPr sz="2000" dirty="0">
                          <a:latin typeface="Times New Roman"/>
                          <a:cs typeface="Times New Roman"/>
                        </a:rPr>
                        <a:t>accurate</a:t>
                      </a:r>
                      <a:r>
                        <a:rPr sz="2000" spc="65" dirty="0">
                          <a:latin typeface="Times New Roman"/>
                          <a:cs typeface="Times New Roman"/>
                        </a:rPr>
                        <a:t> </a:t>
                      </a:r>
                      <a:r>
                        <a:rPr sz="2000" dirty="0">
                          <a:latin typeface="Times New Roman"/>
                          <a:cs typeface="Times New Roman"/>
                        </a:rPr>
                        <a:t>directions</a:t>
                      </a:r>
                      <a:r>
                        <a:rPr sz="2000" spc="65" dirty="0">
                          <a:latin typeface="Times New Roman"/>
                          <a:cs typeface="Times New Roman"/>
                        </a:rPr>
                        <a:t> </a:t>
                      </a:r>
                      <a:r>
                        <a:rPr sz="2000" dirty="0">
                          <a:latin typeface="Times New Roman"/>
                          <a:cs typeface="Times New Roman"/>
                        </a:rPr>
                        <a:t>and</a:t>
                      </a:r>
                      <a:r>
                        <a:rPr sz="2000" spc="50" dirty="0">
                          <a:latin typeface="Times New Roman"/>
                          <a:cs typeface="Times New Roman"/>
                        </a:rPr>
                        <a:t> </a:t>
                      </a:r>
                      <a:r>
                        <a:rPr sz="2000" dirty="0">
                          <a:latin typeface="Times New Roman"/>
                          <a:cs typeface="Times New Roman"/>
                        </a:rPr>
                        <a:t>travel</a:t>
                      </a:r>
                      <a:r>
                        <a:rPr sz="2000" spc="60" dirty="0">
                          <a:latin typeface="Times New Roman"/>
                          <a:cs typeface="Times New Roman"/>
                        </a:rPr>
                        <a:t> </a:t>
                      </a:r>
                      <a:r>
                        <a:rPr sz="2000" dirty="0">
                          <a:latin typeface="Times New Roman"/>
                          <a:cs typeface="Times New Roman"/>
                        </a:rPr>
                        <a:t>times.</a:t>
                      </a:r>
                      <a:r>
                        <a:rPr sz="2000" spc="70" dirty="0">
                          <a:latin typeface="Times New Roman"/>
                          <a:cs typeface="Times New Roman"/>
                        </a:rPr>
                        <a:t> </a:t>
                      </a:r>
                      <a:r>
                        <a:rPr sz="2000" dirty="0">
                          <a:latin typeface="Times New Roman"/>
                          <a:cs typeface="Times New Roman"/>
                        </a:rPr>
                        <a:t>It</a:t>
                      </a:r>
                      <a:r>
                        <a:rPr sz="2000" spc="70" dirty="0">
                          <a:latin typeface="Times New Roman"/>
                          <a:cs typeface="Times New Roman"/>
                        </a:rPr>
                        <a:t> </a:t>
                      </a:r>
                      <a:r>
                        <a:rPr sz="2000" spc="-10" dirty="0">
                          <a:latin typeface="Times New Roman"/>
                          <a:cs typeface="Times New Roman"/>
                        </a:rPr>
                        <a:t>helps </a:t>
                      </a:r>
                      <a:r>
                        <a:rPr sz="2000" dirty="0">
                          <a:latin typeface="Times New Roman"/>
                          <a:cs typeface="Times New Roman"/>
                        </a:rPr>
                        <a:t>users</a:t>
                      </a:r>
                      <a:r>
                        <a:rPr sz="2000" spc="210" dirty="0">
                          <a:latin typeface="Times New Roman"/>
                          <a:cs typeface="Times New Roman"/>
                        </a:rPr>
                        <a:t> </a:t>
                      </a:r>
                      <a:r>
                        <a:rPr sz="2000" dirty="0">
                          <a:latin typeface="Times New Roman"/>
                          <a:cs typeface="Times New Roman"/>
                        </a:rPr>
                        <a:t>avoid</a:t>
                      </a:r>
                      <a:r>
                        <a:rPr sz="2000" spc="210" dirty="0">
                          <a:latin typeface="Times New Roman"/>
                          <a:cs typeface="Times New Roman"/>
                        </a:rPr>
                        <a:t> </a:t>
                      </a:r>
                      <a:r>
                        <a:rPr sz="2000" dirty="0">
                          <a:latin typeface="Times New Roman"/>
                          <a:cs typeface="Times New Roman"/>
                        </a:rPr>
                        <a:t>traffic</a:t>
                      </a:r>
                      <a:r>
                        <a:rPr sz="2000" spc="210" dirty="0">
                          <a:latin typeface="Times New Roman"/>
                          <a:cs typeface="Times New Roman"/>
                        </a:rPr>
                        <a:t> </a:t>
                      </a:r>
                      <a:r>
                        <a:rPr sz="2000" dirty="0">
                          <a:latin typeface="Times New Roman"/>
                          <a:cs typeface="Times New Roman"/>
                        </a:rPr>
                        <a:t>congestion,</a:t>
                      </a:r>
                      <a:r>
                        <a:rPr sz="2000" spc="220" dirty="0">
                          <a:latin typeface="Times New Roman"/>
                          <a:cs typeface="Times New Roman"/>
                        </a:rPr>
                        <a:t> </a:t>
                      </a:r>
                      <a:r>
                        <a:rPr sz="2000" dirty="0">
                          <a:latin typeface="Times New Roman"/>
                          <a:cs typeface="Times New Roman"/>
                        </a:rPr>
                        <a:t>locate</a:t>
                      </a:r>
                      <a:r>
                        <a:rPr sz="2000" spc="220" dirty="0">
                          <a:latin typeface="Times New Roman"/>
                          <a:cs typeface="Times New Roman"/>
                        </a:rPr>
                        <a:t> </a:t>
                      </a:r>
                      <a:r>
                        <a:rPr sz="2000" dirty="0">
                          <a:latin typeface="Times New Roman"/>
                          <a:cs typeface="Times New Roman"/>
                        </a:rPr>
                        <a:t>important</a:t>
                      </a:r>
                      <a:r>
                        <a:rPr sz="2000" spc="210" dirty="0">
                          <a:latin typeface="Times New Roman"/>
                          <a:cs typeface="Times New Roman"/>
                        </a:rPr>
                        <a:t> </a:t>
                      </a:r>
                      <a:r>
                        <a:rPr sz="2000" dirty="0">
                          <a:latin typeface="Times New Roman"/>
                          <a:cs typeface="Times New Roman"/>
                        </a:rPr>
                        <a:t>places</a:t>
                      </a:r>
                      <a:r>
                        <a:rPr sz="2000" spc="204" dirty="0">
                          <a:latin typeface="Times New Roman"/>
                          <a:cs typeface="Times New Roman"/>
                        </a:rPr>
                        <a:t> </a:t>
                      </a:r>
                      <a:r>
                        <a:rPr sz="2000" spc="-20" dirty="0">
                          <a:latin typeface="Times New Roman"/>
                          <a:cs typeface="Times New Roman"/>
                        </a:rPr>
                        <a:t>such </a:t>
                      </a:r>
                      <a:r>
                        <a:rPr sz="2000" dirty="0">
                          <a:latin typeface="Times New Roman"/>
                          <a:cs typeface="Times New Roman"/>
                        </a:rPr>
                        <a:t>as</a:t>
                      </a:r>
                      <a:r>
                        <a:rPr sz="2000" spc="340" dirty="0">
                          <a:latin typeface="Times New Roman"/>
                          <a:cs typeface="Times New Roman"/>
                        </a:rPr>
                        <a:t> </a:t>
                      </a:r>
                      <a:r>
                        <a:rPr sz="2000" dirty="0">
                          <a:latin typeface="Times New Roman"/>
                          <a:cs typeface="Times New Roman"/>
                        </a:rPr>
                        <a:t>hospitals,</a:t>
                      </a:r>
                      <a:r>
                        <a:rPr sz="2000" spc="355" dirty="0">
                          <a:latin typeface="Times New Roman"/>
                          <a:cs typeface="Times New Roman"/>
                        </a:rPr>
                        <a:t> </a:t>
                      </a:r>
                      <a:r>
                        <a:rPr sz="2000" dirty="0">
                          <a:latin typeface="Times New Roman"/>
                          <a:cs typeface="Times New Roman"/>
                        </a:rPr>
                        <a:t>restaurants,</a:t>
                      </a:r>
                      <a:r>
                        <a:rPr sz="2000" spc="360" dirty="0">
                          <a:latin typeface="Times New Roman"/>
                          <a:cs typeface="Times New Roman"/>
                        </a:rPr>
                        <a:t> </a:t>
                      </a:r>
                      <a:r>
                        <a:rPr sz="2000" dirty="0">
                          <a:latin typeface="Times New Roman"/>
                          <a:cs typeface="Times New Roman"/>
                        </a:rPr>
                        <a:t>and</a:t>
                      </a:r>
                      <a:r>
                        <a:rPr sz="2000" spc="345" dirty="0">
                          <a:latin typeface="Times New Roman"/>
                          <a:cs typeface="Times New Roman"/>
                        </a:rPr>
                        <a:t> </a:t>
                      </a:r>
                      <a:r>
                        <a:rPr sz="2000" dirty="0">
                          <a:latin typeface="Times New Roman"/>
                          <a:cs typeface="Times New Roman"/>
                        </a:rPr>
                        <a:t>public</a:t>
                      </a:r>
                      <a:r>
                        <a:rPr sz="2000" spc="345" dirty="0">
                          <a:latin typeface="Times New Roman"/>
                          <a:cs typeface="Times New Roman"/>
                        </a:rPr>
                        <a:t> </a:t>
                      </a:r>
                      <a:r>
                        <a:rPr sz="2000" dirty="0">
                          <a:latin typeface="Times New Roman"/>
                          <a:cs typeface="Times New Roman"/>
                        </a:rPr>
                        <a:t>transport</a:t>
                      </a:r>
                      <a:r>
                        <a:rPr sz="2000" spc="340" dirty="0">
                          <a:latin typeface="Times New Roman"/>
                          <a:cs typeface="Times New Roman"/>
                        </a:rPr>
                        <a:t> </a:t>
                      </a:r>
                      <a:r>
                        <a:rPr sz="2000" dirty="0">
                          <a:latin typeface="Times New Roman"/>
                          <a:cs typeface="Times New Roman"/>
                        </a:rPr>
                        <a:t>stations,</a:t>
                      </a:r>
                      <a:r>
                        <a:rPr sz="2000" spc="350" dirty="0">
                          <a:latin typeface="Times New Roman"/>
                          <a:cs typeface="Times New Roman"/>
                        </a:rPr>
                        <a:t> </a:t>
                      </a:r>
                      <a:r>
                        <a:rPr sz="2000" spc="-25" dirty="0">
                          <a:latin typeface="Times New Roman"/>
                          <a:cs typeface="Times New Roman"/>
                        </a:rPr>
                        <a:t>and </a:t>
                      </a:r>
                      <a:r>
                        <a:rPr sz="2000" dirty="0">
                          <a:latin typeface="Times New Roman"/>
                          <a:cs typeface="Times New Roman"/>
                        </a:rPr>
                        <a:t>plan</a:t>
                      </a:r>
                      <a:r>
                        <a:rPr sz="2000" spc="229" dirty="0">
                          <a:latin typeface="Times New Roman"/>
                          <a:cs typeface="Times New Roman"/>
                        </a:rPr>
                        <a:t> </a:t>
                      </a:r>
                      <a:r>
                        <a:rPr sz="2000" dirty="0">
                          <a:latin typeface="Times New Roman"/>
                          <a:cs typeface="Times New Roman"/>
                        </a:rPr>
                        <a:t>their</a:t>
                      </a:r>
                      <a:r>
                        <a:rPr sz="2000" spc="229" dirty="0">
                          <a:latin typeface="Times New Roman"/>
                          <a:cs typeface="Times New Roman"/>
                        </a:rPr>
                        <a:t> </a:t>
                      </a:r>
                      <a:r>
                        <a:rPr sz="2000" dirty="0">
                          <a:latin typeface="Times New Roman"/>
                          <a:cs typeface="Times New Roman"/>
                        </a:rPr>
                        <a:t>journeys</a:t>
                      </a:r>
                      <a:r>
                        <a:rPr sz="2000" spc="225" dirty="0">
                          <a:latin typeface="Times New Roman"/>
                          <a:cs typeface="Times New Roman"/>
                        </a:rPr>
                        <a:t> </a:t>
                      </a:r>
                      <a:r>
                        <a:rPr sz="2000" dirty="0">
                          <a:latin typeface="Times New Roman"/>
                          <a:cs typeface="Times New Roman"/>
                        </a:rPr>
                        <a:t>effectively.</a:t>
                      </a:r>
                      <a:r>
                        <a:rPr sz="2000" spc="215" dirty="0">
                          <a:latin typeface="Times New Roman"/>
                          <a:cs typeface="Times New Roman"/>
                        </a:rPr>
                        <a:t> </a:t>
                      </a:r>
                      <a:r>
                        <a:rPr sz="2000" dirty="0">
                          <a:latin typeface="Times New Roman"/>
                          <a:cs typeface="Times New Roman"/>
                        </a:rPr>
                        <a:t>The</a:t>
                      </a:r>
                      <a:r>
                        <a:rPr sz="2000" spc="235" dirty="0">
                          <a:latin typeface="Times New Roman"/>
                          <a:cs typeface="Times New Roman"/>
                        </a:rPr>
                        <a:t> </a:t>
                      </a:r>
                      <a:r>
                        <a:rPr sz="2000" dirty="0">
                          <a:latin typeface="Times New Roman"/>
                          <a:cs typeface="Times New Roman"/>
                        </a:rPr>
                        <a:t>system</a:t>
                      </a:r>
                      <a:r>
                        <a:rPr sz="2000" spc="225" dirty="0">
                          <a:latin typeface="Times New Roman"/>
                          <a:cs typeface="Times New Roman"/>
                        </a:rPr>
                        <a:t> </a:t>
                      </a:r>
                      <a:r>
                        <a:rPr sz="2000" dirty="0">
                          <a:latin typeface="Times New Roman"/>
                          <a:cs typeface="Times New Roman"/>
                        </a:rPr>
                        <a:t>improves</a:t>
                      </a:r>
                      <a:r>
                        <a:rPr sz="2000" spc="225" dirty="0">
                          <a:latin typeface="Times New Roman"/>
                          <a:cs typeface="Times New Roman"/>
                        </a:rPr>
                        <a:t> </a:t>
                      </a:r>
                      <a:r>
                        <a:rPr sz="2000" spc="-10" dirty="0">
                          <a:latin typeface="Times New Roman"/>
                          <a:cs typeface="Times New Roman"/>
                        </a:rPr>
                        <a:t>urban </a:t>
                      </a:r>
                      <a:r>
                        <a:rPr sz="2000" dirty="0">
                          <a:latin typeface="Times New Roman"/>
                          <a:cs typeface="Times New Roman"/>
                        </a:rPr>
                        <a:t>mobility,</a:t>
                      </a:r>
                      <a:r>
                        <a:rPr sz="2000" spc="250" dirty="0">
                          <a:latin typeface="Times New Roman"/>
                          <a:cs typeface="Times New Roman"/>
                        </a:rPr>
                        <a:t>  </a:t>
                      </a:r>
                      <a:r>
                        <a:rPr sz="2000" dirty="0">
                          <a:latin typeface="Times New Roman"/>
                          <a:cs typeface="Times New Roman"/>
                        </a:rPr>
                        <a:t>saves</a:t>
                      </a:r>
                      <a:r>
                        <a:rPr sz="2000" spc="240" dirty="0">
                          <a:latin typeface="Times New Roman"/>
                          <a:cs typeface="Times New Roman"/>
                        </a:rPr>
                        <a:t>  </a:t>
                      </a:r>
                      <a:r>
                        <a:rPr sz="2000" dirty="0">
                          <a:latin typeface="Times New Roman"/>
                          <a:cs typeface="Times New Roman"/>
                        </a:rPr>
                        <a:t>time,</a:t>
                      </a:r>
                      <a:r>
                        <a:rPr sz="2000" spc="250" dirty="0">
                          <a:latin typeface="Times New Roman"/>
                          <a:cs typeface="Times New Roman"/>
                        </a:rPr>
                        <a:t>  </a:t>
                      </a:r>
                      <a:r>
                        <a:rPr sz="2000" dirty="0">
                          <a:latin typeface="Times New Roman"/>
                          <a:cs typeface="Times New Roman"/>
                        </a:rPr>
                        <a:t>and</a:t>
                      </a:r>
                      <a:r>
                        <a:rPr sz="2000" spc="250" dirty="0">
                          <a:latin typeface="Times New Roman"/>
                          <a:cs typeface="Times New Roman"/>
                        </a:rPr>
                        <a:t>  </a:t>
                      </a:r>
                      <a:r>
                        <a:rPr sz="2000" dirty="0">
                          <a:latin typeface="Times New Roman"/>
                          <a:cs typeface="Times New Roman"/>
                        </a:rPr>
                        <a:t>enhances</a:t>
                      </a:r>
                      <a:r>
                        <a:rPr sz="2000" spc="245" dirty="0">
                          <a:latin typeface="Times New Roman"/>
                          <a:cs typeface="Times New Roman"/>
                        </a:rPr>
                        <a:t>  </a:t>
                      </a:r>
                      <a:r>
                        <a:rPr sz="2000" dirty="0">
                          <a:latin typeface="Times New Roman"/>
                          <a:cs typeface="Times New Roman"/>
                        </a:rPr>
                        <a:t>the</a:t>
                      </a:r>
                      <a:r>
                        <a:rPr sz="2000" spc="245" dirty="0">
                          <a:latin typeface="Times New Roman"/>
                          <a:cs typeface="Times New Roman"/>
                        </a:rPr>
                        <a:t>  </a:t>
                      </a:r>
                      <a:r>
                        <a:rPr sz="2000" dirty="0">
                          <a:latin typeface="Times New Roman"/>
                          <a:cs typeface="Times New Roman"/>
                        </a:rPr>
                        <a:t>overall</a:t>
                      </a:r>
                      <a:r>
                        <a:rPr sz="2000" spc="245" dirty="0">
                          <a:latin typeface="Times New Roman"/>
                          <a:cs typeface="Times New Roman"/>
                        </a:rPr>
                        <a:t>  </a:t>
                      </a:r>
                      <a:r>
                        <a:rPr sz="2000" spc="-10" dirty="0">
                          <a:latin typeface="Times New Roman"/>
                          <a:cs typeface="Times New Roman"/>
                        </a:rPr>
                        <a:t>travel </a:t>
                      </a:r>
                      <a:r>
                        <a:rPr sz="2000" dirty="0">
                          <a:latin typeface="Times New Roman"/>
                          <a:cs typeface="Times New Roman"/>
                        </a:rPr>
                        <a:t>experience</a:t>
                      </a:r>
                      <a:r>
                        <a:rPr sz="2000" spc="-55" dirty="0">
                          <a:latin typeface="Times New Roman"/>
                          <a:cs typeface="Times New Roman"/>
                        </a:rPr>
                        <a:t> </a:t>
                      </a:r>
                      <a:r>
                        <a:rPr sz="2000" dirty="0">
                          <a:latin typeface="Times New Roman"/>
                          <a:cs typeface="Times New Roman"/>
                        </a:rPr>
                        <a:t>in</a:t>
                      </a:r>
                      <a:r>
                        <a:rPr sz="2000" spc="-25" dirty="0">
                          <a:latin typeface="Times New Roman"/>
                          <a:cs typeface="Times New Roman"/>
                        </a:rPr>
                        <a:t> </a:t>
                      </a:r>
                      <a:r>
                        <a:rPr sz="2000" dirty="0">
                          <a:latin typeface="Times New Roman"/>
                          <a:cs typeface="Times New Roman"/>
                        </a:rPr>
                        <a:t>the</a:t>
                      </a:r>
                      <a:r>
                        <a:rPr sz="2000" spc="-30" dirty="0">
                          <a:latin typeface="Times New Roman"/>
                          <a:cs typeface="Times New Roman"/>
                        </a:rPr>
                        <a:t> </a:t>
                      </a:r>
                      <a:r>
                        <a:rPr sz="2000" spc="-20" dirty="0">
                          <a:latin typeface="Times New Roman"/>
                          <a:cs typeface="Times New Roman"/>
                        </a:rPr>
                        <a:t>city.</a:t>
                      </a:r>
                      <a:endParaRPr sz="2000">
                        <a:latin typeface="Times New Roman"/>
                        <a:cs typeface="Times New Roman"/>
                      </a:endParaRPr>
                    </a:p>
                  </a:txBody>
                  <a:tcPr marL="0" marR="0" marT="501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DE9EB"/>
                    </a:solidFill>
                  </a:tcPr>
                </a:tc>
                <a:tc>
                  <a:txBody>
                    <a:bodyPr/>
                    <a:lstStyle/>
                    <a:p>
                      <a:pPr marL="92075" marR="240029" algn="just">
                        <a:lnSpc>
                          <a:spcPct val="100000"/>
                        </a:lnSpc>
                        <a:spcBef>
                          <a:spcPts val="290"/>
                        </a:spcBef>
                      </a:pPr>
                      <a:r>
                        <a:rPr sz="1800" spc="-20" dirty="0">
                          <a:latin typeface="Trebuchet MS"/>
                          <a:cs typeface="Trebuchet MS"/>
                        </a:rPr>
                        <a:t>CO1, </a:t>
                      </a:r>
                      <a:r>
                        <a:rPr sz="1800" spc="100" dirty="0">
                          <a:latin typeface="Trebuchet MS"/>
                          <a:cs typeface="Trebuchet MS"/>
                        </a:rPr>
                        <a:t>CO2 CO3 CO4 CO5</a:t>
                      </a:r>
                      <a:endParaRPr sz="1800">
                        <a:latin typeface="Trebuchet MS"/>
                        <a:cs typeface="Trebuchet MS"/>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DE9EB"/>
                    </a:solidFill>
                  </a:tcPr>
                </a:tc>
                <a:tc>
                  <a:txBody>
                    <a:bodyPr/>
                    <a:lstStyle/>
                    <a:p>
                      <a:pPr marL="92075" marR="248285">
                        <a:lnSpc>
                          <a:spcPct val="100000"/>
                        </a:lnSpc>
                        <a:spcBef>
                          <a:spcPts val="290"/>
                        </a:spcBef>
                      </a:pPr>
                      <a:r>
                        <a:rPr sz="1800" spc="-20" dirty="0">
                          <a:latin typeface="Trebuchet MS"/>
                          <a:cs typeface="Trebuchet MS"/>
                        </a:rPr>
                        <a:t>PO1, PO2, PO3, PO4, PO5, PO9, </a:t>
                      </a:r>
                      <a:r>
                        <a:rPr sz="1800" spc="-45" dirty="0">
                          <a:latin typeface="Trebuchet MS"/>
                          <a:cs typeface="Trebuchet MS"/>
                        </a:rPr>
                        <a:t>PO11, </a:t>
                      </a:r>
                      <a:r>
                        <a:rPr sz="1800" spc="-20" dirty="0">
                          <a:latin typeface="Trebuchet MS"/>
                          <a:cs typeface="Trebuchet MS"/>
                        </a:rPr>
                        <a:t>PO12</a:t>
                      </a:r>
                      <a:endParaRPr sz="1800">
                        <a:latin typeface="Trebuchet MS"/>
                        <a:cs typeface="Trebuchet MS"/>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DE9EB"/>
                    </a:solidFill>
                  </a:tcPr>
                </a:tc>
                <a:tc>
                  <a:txBody>
                    <a:bodyPr/>
                    <a:lstStyle/>
                    <a:p>
                      <a:pPr marL="92075">
                        <a:lnSpc>
                          <a:spcPct val="100000"/>
                        </a:lnSpc>
                        <a:spcBef>
                          <a:spcPts val="300"/>
                        </a:spcBef>
                      </a:pPr>
                      <a:r>
                        <a:rPr sz="1600" spc="-10" dirty="0">
                          <a:latin typeface="Trebuchet MS"/>
                          <a:cs typeface="Trebuchet MS"/>
                        </a:rPr>
                        <a:t>PSO1,</a:t>
                      </a:r>
                      <a:endParaRPr sz="1600">
                        <a:latin typeface="Trebuchet MS"/>
                        <a:cs typeface="Trebuchet MS"/>
                      </a:endParaRPr>
                    </a:p>
                    <a:p>
                      <a:pPr marL="92075">
                        <a:lnSpc>
                          <a:spcPct val="100000"/>
                        </a:lnSpc>
                      </a:pPr>
                      <a:r>
                        <a:rPr sz="1600" spc="-20" dirty="0">
                          <a:latin typeface="Trebuchet MS"/>
                          <a:cs typeface="Trebuchet MS"/>
                        </a:rPr>
                        <a:t>PSO2</a:t>
                      </a:r>
                      <a:endParaRPr sz="1600">
                        <a:latin typeface="Trebuchet MS"/>
                        <a:cs typeface="Trebuchet MS"/>
                      </a:endParaRPr>
                    </a:p>
                  </a:txBody>
                  <a:tcPr marL="0" marR="0" marT="3810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DE9EB"/>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57200" y="133350"/>
            <a:ext cx="8229600" cy="609600"/>
          </a:xfrm>
          <a:custGeom>
            <a:avLst/>
            <a:gdLst/>
            <a:ahLst/>
            <a:cxnLst/>
            <a:rect l="l" t="t" r="r" b="b"/>
            <a:pathLst>
              <a:path w="8229600" h="457200">
                <a:moveTo>
                  <a:pt x="8229600" y="0"/>
                </a:moveTo>
                <a:lnTo>
                  <a:pt x="0" y="0"/>
                </a:lnTo>
                <a:lnTo>
                  <a:pt x="0" y="457200"/>
                </a:lnTo>
                <a:lnTo>
                  <a:pt x="8229600" y="457200"/>
                </a:lnTo>
                <a:lnTo>
                  <a:pt x="8229600" y="0"/>
                </a:lnTo>
                <a:close/>
              </a:path>
            </a:pathLst>
          </a:custGeom>
          <a:solidFill>
            <a:schemeClr val="accent5">
              <a:lumMod val="75000"/>
            </a:schemeClr>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3011170">
              <a:lnSpc>
                <a:spcPct val="100000"/>
              </a:lnSpc>
              <a:spcBef>
                <a:spcPts val="105"/>
              </a:spcBef>
            </a:pPr>
            <a:r>
              <a:rPr sz="3200" spc="-10" dirty="0"/>
              <a:t>Introduction</a:t>
            </a:r>
            <a:endParaRPr sz="3200"/>
          </a:p>
        </p:txBody>
      </p:sp>
      <p:sp>
        <p:nvSpPr>
          <p:cNvPr id="5" name="object 5"/>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50" dirty="0"/>
              <a:pPr marL="38100">
                <a:lnSpc>
                  <a:spcPct val="100000"/>
                </a:lnSpc>
                <a:spcBef>
                  <a:spcPts val="5"/>
                </a:spcBef>
              </a:pPr>
              <a:t>5</a:t>
            </a:fld>
            <a:endParaRPr spc="-50" dirty="0"/>
          </a:p>
        </p:txBody>
      </p:sp>
      <p:sp>
        <p:nvSpPr>
          <p:cNvPr id="6" name="object 6"/>
          <p:cNvSpPr txBox="1">
            <a:spLocks noGrp="1"/>
          </p:cNvSpPr>
          <p:nvPr>
            <p:ph type="ftr" sz="quarter" idx="5"/>
          </p:nvPr>
        </p:nvSpPr>
        <p:spPr>
          <a:xfrm>
            <a:off x="2091308" y="4806620"/>
            <a:ext cx="4838954" cy="179536"/>
          </a:xfrm>
          <a:prstGeom prst="rect">
            <a:avLst/>
          </a:prstGeom>
        </p:spPr>
        <p:txBody>
          <a:bodyPr vert="horz" wrap="square" lIns="0" tIns="0" rIns="0" bIns="0" rtlCol="0">
            <a:spAutoFit/>
          </a:bodyPr>
          <a:lstStyle/>
          <a:p>
            <a:pPr marL="882015">
              <a:lnSpc>
                <a:spcPts val="1410"/>
              </a:lnSpc>
            </a:pPr>
            <a:r>
              <a:t>EGB1201</a:t>
            </a:r>
            <a:r>
              <a:rPr spc="-35"/>
              <a:t> </a:t>
            </a:r>
            <a:r>
              <a:t>–</a:t>
            </a:r>
            <a:r>
              <a:rPr spc="-20"/>
              <a:t> </a:t>
            </a:r>
            <a:r>
              <a:rPr spc="-85"/>
              <a:t>JAVA</a:t>
            </a:r>
            <a:r>
              <a:rPr spc="-90"/>
              <a:t> </a:t>
            </a:r>
            <a:r>
              <a:t>PROGRAMMING</a:t>
            </a:r>
            <a:r>
              <a:rPr spc="-35"/>
              <a:t> </a:t>
            </a:r>
            <a:r>
              <a:t>–PROJECT</a:t>
            </a:r>
            <a:r>
              <a:rPr spc="-70"/>
              <a:t> </a:t>
            </a:r>
            <a:r>
              <a:t>REVIEW</a:t>
            </a:r>
            <a:r>
              <a:rPr spc="-5"/>
              <a:t> </a:t>
            </a:r>
            <a:r>
              <a:rPr lang="en-US" spc="-50"/>
              <a:t>2</a:t>
            </a:r>
            <a:endParaRPr spc="-50" dirty="0"/>
          </a:p>
        </p:txBody>
      </p:sp>
      <p:sp>
        <p:nvSpPr>
          <p:cNvPr id="4" name="object 4"/>
          <p:cNvSpPr txBox="1"/>
          <p:nvPr/>
        </p:nvSpPr>
        <p:spPr>
          <a:xfrm>
            <a:off x="535940" y="1639951"/>
            <a:ext cx="8074025" cy="2160270"/>
          </a:xfrm>
          <a:prstGeom prst="rect">
            <a:avLst/>
          </a:prstGeom>
        </p:spPr>
        <p:txBody>
          <a:bodyPr vert="horz" wrap="square" lIns="0" tIns="13335" rIns="0" bIns="0" rtlCol="0">
            <a:spAutoFit/>
          </a:bodyPr>
          <a:lstStyle/>
          <a:p>
            <a:pPr marL="286385" marR="5080" indent="-274320" algn="just">
              <a:lnSpc>
                <a:spcPct val="100000"/>
              </a:lnSpc>
              <a:spcBef>
                <a:spcPts val="105"/>
              </a:spcBef>
              <a:buClr>
                <a:srgbClr val="717BA2"/>
              </a:buClr>
              <a:buSzPct val="75000"/>
              <a:buFont typeface="Wingdings"/>
              <a:buChar char=""/>
              <a:tabLst>
                <a:tab pos="286385" algn="l"/>
              </a:tabLst>
            </a:pPr>
            <a:r>
              <a:rPr sz="2000" dirty="0">
                <a:latin typeface="Times New Roman"/>
                <a:cs typeface="Times New Roman"/>
              </a:rPr>
              <a:t>In</a:t>
            </a:r>
            <a:r>
              <a:rPr sz="2000" spc="195" dirty="0">
                <a:latin typeface="Times New Roman"/>
                <a:cs typeface="Times New Roman"/>
              </a:rPr>
              <a:t> </a:t>
            </a:r>
            <a:r>
              <a:rPr sz="2000" dirty="0">
                <a:latin typeface="Times New Roman"/>
                <a:cs typeface="Times New Roman"/>
              </a:rPr>
              <a:t>today’s</a:t>
            </a:r>
            <a:r>
              <a:rPr sz="2000" spc="195" dirty="0">
                <a:latin typeface="Times New Roman"/>
                <a:cs typeface="Times New Roman"/>
              </a:rPr>
              <a:t> </a:t>
            </a:r>
            <a:r>
              <a:rPr sz="2000" spc="-10" dirty="0">
                <a:latin typeface="Times New Roman"/>
                <a:cs typeface="Times New Roman"/>
              </a:rPr>
              <a:t>fast-</a:t>
            </a:r>
            <a:r>
              <a:rPr sz="2000" dirty="0">
                <a:latin typeface="Times New Roman"/>
                <a:cs typeface="Times New Roman"/>
              </a:rPr>
              <a:t>paced</a:t>
            </a:r>
            <a:r>
              <a:rPr sz="2000" spc="190" dirty="0">
                <a:latin typeface="Times New Roman"/>
                <a:cs typeface="Times New Roman"/>
              </a:rPr>
              <a:t> </a:t>
            </a:r>
            <a:r>
              <a:rPr sz="2000" dirty="0">
                <a:latin typeface="Times New Roman"/>
                <a:cs typeface="Times New Roman"/>
              </a:rPr>
              <a:t>urban</a:t>
            </a:r>
            <a:r>
              <a:rPr sz="2000" spc="204" dirty="0">
                <a:latin typeface="Times New Roman"/>
                <a:cs typeface="Times New Roman"/>
              </a:rPr>
              <a:t> </a:t>
            </a:r>
            <a:r>
              <a:rPr sz="2000" dirty="0">
                <a:latin typeface="Times New Roman"/>
                <a:cs typeface="Times New Roman"/>
              </a:rPr>
              <a:t>life,</a:t>
            </a:r>
            <a:r>
              <a:rPr sz="2000" spc="195" dirty="0">
                <a:latin typeface="Times New Roman"/>
                <a:cs typeface="Times New Roman"/>
              </a:rPr>
              <a:t> </a:t>
            </a:r>
            <a:r>
              <a:rPr sz="2000" dirty="0">
                <a:latin typeface="Times New Roman"/>
                <a:cs typeface="Times New Roman"/>
              </a:rPr>
              <a:t>navigating</a:t>
            </a:r>
            <a:r>
              <a:rPr sz="2000" spc="204" dirty="0">
                <a:latin typeface="Times New Roman"/>
                <a:cs typeface="Times New Roman"/>
              </a:rPr>
              <a:t> </a:t>
            </a:r>
            <a:r>
              <a:rPr sz="2000" dirty="0">
                <a:latin typeface="Times New Roman"/>
                <a:cs typeface="Times New Roman"/>
              </a:rPr>
              <a:t>through</a:t>
            </a:r>
            <a:r>
              <a:rPr sz="2000" spc="204" dirty="0">
                <a:latin typeface="Times New Roman"/>
                <a:cs typeface="Times New Roman"/>
              </a:rPr>
              <a:t> </a:t>
            </a:r>
            <a:r>
              <a:rPr sz="2000" dirty="0">
                <a:latin typeface="Times New Roman"/>
                <a:cs typeface="Times New Roman"/>
              </a:rPr>
              <a:t>crowded</a:t>
            </a:r>
            <a:r>
              <a:rPr sz="2000" spc="200" dirty="0">
                <a:latin typeface="Times New Roman"/>
                <a:cs typeface="Times New Roman"/>
              </a:rPr>
              <a:t> </a:t>
            </a:r>
            <a:r>
              <a:rPr sz="2000" dirty="0">
                <a:latin typeface="Times New Roman"/>
                <a:cs typeface="Times New Roman"/>
              </a:rPr>
              <a:t>and</a:t>
            </a:r>
            <a:r>
              <a:rPr sz="2000" spc="210" dirty="0">
                <a:latin typeface="Times New Roman"/>
                <a:cs typeface="Times New Roman"/>
              </a:rPr>
              <a:t> </a:t>
            </a:r>
            <a:r>
              <a:rPr sz="2000" spc="-10" dirty="0">
                <a:latin typeface="Times New Roman"/>
                <a:cs typeface="Times New Roman"/>
              </a:rPr>
              <a:t>complex </a:t>
            </a:r>
            <a:r>
              <a:rPr sz="2000" dirty="0">
                <a:latin typeface="Times New Roman"/>
                <a:cs typeface="Times New Roman"/>
              </a:rPr>
              <a:t>city</a:t>
            </a:r>
            <a:r>
              <a:rPr sz="2000" spc="20" dirty="0">
                <a:latin typeface="Times New Roman"/>
                <a:cs typeface="Times New Roman"/>
              </a:rPr>
              <a:t> </a:t>
            </a:r>
            <a:r>
              <a:rPr sz="2000" dirty="0">
                <a:latin typeface="Times New Roman"/>
                <a:cs typeface="Times New Roman"/>
              </a:rPr>
              <a:t>environments</a:t>
            </a:r>
            <a:r>
              <a:rPr sz="2000" spc="20" dirty="0">
                <a:latin typeface="Times New Roman"/>
                <a:cs typeface="Times New Roman"/>
              </a:rPr>
              <a:t> </a:t>
            </a:r>
            <a:r>
              <a:rPr sz="2000" dirty="0">
                <a:latin typeface="Times New Roman"/>
                <a:cs typeface="Times New Roman"/>
              </a:rPr>
              <a:t>can</a:t>
            </a:r>
            <a:r>
              <a:rPr sz="2000" spc="30" dirty="0">
                <a:latin typeface="Times New Roman"/>
                <a:cs typeface="Times New Roman"/>
              </a:rPr>
              <a:t> </a:t>
            </a:r>
            <a:r>
              <a:rPr sz="2000" dirty="0">
                <a:latin typeface="Times New Roman"/>
                <a:cs typeface="Times New Roman"/>
              </a:rPr>
              <a:t>be</a:t>
            </a:r>
            <a:r>
              <a:rPr sz="2000" spc="15" dirty="0">
                <a:latin typeface="Times New Roman"/>
                <a:cs typeface="Times New Roman"/>
              </a:rPr>
              <a:t> </a:t>
            </a:r>
            <a:r>
              <a:rPr sz="2000" dirty="0">
                <a:latin typeface="Times New Roman"/>
                <a:cs typeface="Times New Roman"/>
              </a:rPr>
              <a:t>challenging.</a:t>
            </a:r>
            <a:r>
              <a:rPr sz="2000" spc="25" dirty="0">
                <a:latin typeface="Times New Roman"/>
                <a:cs typeface="Times New Roman"/>
              </a:rPr>
              <a:t> </a:t>
            </a:r>
            <a:r>
              <a:rPr sz="2000" dirty="0">
                <a:latin typeface="Times New Roman"/>
                <a:cs typeface="Times New Roman"/>
              </a:rPr>
              <a:t>A</a:t>
            </a:r>
            <a:r>
              <a:rPr sz="2000" spc="-70" dirty="0">
                <a:latin typeface="Times New Roman"/>
                <a:cs typeface="Times New Roman"/>
              </a:rPr>
              <a:t> </a:t>
            </a:r>
            <a:r>
              <a:rPr sz="2000" dirty="0">
                <a:latin typeface="Times New Roman"/>
                <a:cs typeface="Times New Roman"/>
              </a:rPr>
              <a:t>City</a:t>
            </a:r>
            <a:r>
              <a:rPr sz="2000" spc="25" dirty="0">
                <a:latin typeface="Times New Roman"/>
                <a:cs typeface="Times New Roman"/>
              </a:rPr>
              <a:t> </a:t>
            </a:r>
            <a:r>
              <a:rPr sz="2000" dirty="0">
                <a:latin typeface="Times New Roman"/>
                <a:cs typeface="Times New Roman"/>
              </a:rPr>
              <a:t>Navigation</a:t>
            </a:r>
            <a:r>
              <a:rPr sz="2000" spc="40" dirty="0">
                <a:latin typeface="Times New Roman"/>
                <a:cs typeface="Times New Roman"/>
              </a:rPr>
              <a:t> </a:t>
            </a:r>
            <a:r>
              <a:rPr sz="2000" dirty="0">
                <a:latin typeface="Times New Roman"/>
                <a:cs typeface="Times New Roman"/>
              </a:rPr>
              <a:t>System</a:t>
            </a:r>
            <a:r>
              <a:rPr sz="2000" spc="5" dirty="0">
                <a:latin typeface="Times New Roman"/>
                <a:cs typeface="Times New Roman"/>
              </a:rPr>
              <a:t> </a:t>
            </a:r>
            <a:r>
              <a:rPr sz="2000" dirty="0">
                <a:latin typeface="Times New Roman"/>
                <a:cs typeface="Times New Roman"/>
              </a:rPr>
              <a:t>is</a:t>
            </a:r>
            <a:r>
              <a:rPr sz="2000" spc="30" dirty="0">
                <a:latin typeface="Times New Roman"/>
                <a:cs typeface="Times New Roman"/>
              </a:rPr>
              <a:t> </a:t>
            </a:r>
            <a:r>
              <a:rPr sz="2000" dirty="0">
                <a:latin typeface="Times New Roman"/>
                <a:cs typeface="Times New Roman"/>
              </a:rPr>
              <a:t>a</a:t>
            </a:r>
            <a:r>
              <a:rPr sz="2000" spc="35" dirty="0">
                <a:latin typeface="Times New Roman"/>
                <a:cs typeface="Times New Roman"/>
              </a:rPr>
              <a:t> </a:t>
            </a:r>
            <a:r>
              <a:rPr sz="2000" spc="-10" dirty="0">
                <a:latin typeface="Times New Roman"/>
                <a:cs typeface="Times New Roman"/>
              </a:rPr>
              <a:t>digital </a:t>
            </a:r>
            <a:r>
              <a:rPr sz="2000" dirty="0">
                <a:latin typeface="Times New Roman"/>
                <a:cs typeface="Times New Roman"/>
              </a:rPr>
              <a:t>solution</a:t>
            </a:r>
            <a:r>
              <a:rPr sz="2000" spc="185" dirty="0">
                <a:latin typeface="Times New Roman"/>
                <a:cs typeface="Times New Roman"/>
              </a:rPr>
              <a:t> </a:t>
            </a:r>
            <a:r>
              <a:rPr sz="2000" dirty="0">
                <a:latin typeface="Times New Roman"/>
                <a:cs typeface="Times New Roman"/>
              </a:rPr>
              <a:t>that</a:t>
            </a:r>
            <a:r>
              <a:rPr sz="2000" spc="170" dirty="0">
                <a:latin typeface="Times New Roman"/>
                <a:cs typeface="Times New Roman"/>
              </a:rPr>
              <a:t> </a:t>
            </a:r>
            <a:r>
              <a:rPr sz="2000" dirty="0">
                <a:latin typeface="Times New Roman"/>
                <a:cs typeface="Times New Roman"/>
              </a:rPr>
              <a:t>helps</a:t>
            </a:r>
            <a:r>
              <a:rPr sz="2000" spc="170" dirty="0">
                <a:latin typeface="Times New Roman"/>
                <a:cs typeface="Times New Roman"/>
              </a:rPr>
              <a:t> </a:t>
            </a:r>
            <a:r>
              <a:rPr sz="2000" dirty="0">
                <a:latin typeface="Times New Roman"/>
                <a:cs typeface="Times New Roman"/>
              </a:rPr>
              <a:t>users</a:t>
            </a:r>
            <a:r>
              <a:rPr sz="2000" spc="180" dirty="0">
                <a:latin typeface="Times New Roman"/>
                <a:cs typeface="Times New Roman"/>
              </a:rPr>
              <a:t> </a:t>
            </a:r>
            <a:r>
              <a:rPr sz="2000" dirty="0">
                <a:latin typeface="Times New Roman"/>
                <a:cs typeface="Times New Roman"/>
              </a:rPr>
              <a:t>find</a:t>
            </a:r>
            <a:r>
              <a:rPr sz="2000" spc="170" dirty="0">
                <a:latin typeface="Times New Roman"/>
                <a:cs typeface="Times New Roman"/>
              </a:rPr>
              <a:t> </a:t>
            </a:r>
            <a:r>
              <a:rPr sz="2000" dirty="0">
                <a:latin typeface="Times New Roman"/>
                <a:cs typeface="Times New Roman"/>
              </a:rPr>
              <a:t>the</a:t>
            </a:r>
            <a:r>
              <a:rPr sz="2000" spc="170" dirty="0">
                <a:latin typeface="Times New Roman"/>
                <a:cs typeface="Times New Roman"/>
              </a:rPr>
              <a:t> </a:t>
            </a:r>
            <a:r>
              <a:rPr sz="2000" dirty="0">
                <a:latin typeface="Times New Roman"/>
                <a:cs typeface="Times New Roman"/>
              </a:rPr>
              <a:t>most</a:t>
            </a:r>
            <a:r>
              <a:rPr sz="2000" spc="185" dirty="0">
                <a:latin typeface="Times New Roman"/>
                <a:cs typeface="Times New Roman"/>
              </a:rPr>
              <a:t> </a:t>
            </a:r>
            <a:r>
              <a:rPr sz="2000" dirty="0">
                <a:latin typeface="Times New Roman"/>
                <a:cs typeface="Times New Roman"/>
              </a:rPr>
              <a:t>efficient</a:t>
            </a:r>
            <a:r>
              <a:rPr sz="2000" spc="175" dirty="0">
                <a:latin typeface="Times New Roman"/>
                <a:cs typeface="Times New Roman"/>
              </a:rPr>
              <a:t> </a:t>
            </a:r>
            <a:r>
              <a:rPr sz="2000" dirty="0">
                <a:latin typeface="Times New Roman"/>
                <a:cs typeface="Times New Roman"/>
              </a:rPr>
              <a:t>routes</a:t>
            </a:r>
            <a:r>
              <a:rPr sz="2000" spc="170" dirty="0">
                <a:latin typeface="Times New Roman"/>
                <a:cs typeface="Times New Roman"/>
              </a:rPr>
              <a:t> </a:t>
            </a:r>
            <a:r>
              <a:rPr sz="2000" dirty="0">
                <a:latin typeface="Times New Roman"/>
                <a:cs typeface="Times New Roman"/>
              </a:rPr>
              <a:t>to</a:t>
            </a:r>
            <a:r>
              <a:rPr sz="2000" spc="180" dirty="0">
                <a:latin typeface="Times New Roman"/>
                <a:cs typeface="Times New Roman"/>
              </a:rPr>
              <a:t> </a:t>
            </a:r>
            <a:r>
              <a:rPr sz="2000" dirty="0">
                <a:latin typeface="Times New Roman"/>
                <a:cs typeface="Times New Roman"/>
              </a:rPr>
              <a:t>their</a:t>
            </a:r>
            <a:r>
              <a:rPr sz="2000" spc="175" dirty="0">
                <a:latin typeface="Times New Roman"/>
                <a:cs typeface="Times New Roman"/>
              </a:rPr>
              <a:t> </a:t>
            </a:r>
            <a:r>
              <a:rPr sz="2000" spc="-10" dirty="0">
                <a:latin typeface="Times New Roman"/>
                <a:cs typeface="Times New Roman"/>
              </a:rPr>
              <a:t>destinations </a:t>
            </a:r>
            <a:r>
              <a:rPr sz="2000" dirty="0">
                <a:latin typeface="Times New Roman"/>
                <a:cs typeface="Times New Roman"/>
              </a:rPr>
              <a:t>using</a:t>
            </a:r>
            <a:r>
              <a:rPr sz="2000" spc="250" dirty="0">
                <a:latin typeface="Times New Roman"/>
                <a:cs typeface="Times New Roman"/>
              </a:rPr>
              <a:t> </a:t>
            </a:r>
            <a:r>
              <a:rPr sz="2000" dirty="0">
                <a:latin typeface="Times New Roman"/>
                <a:cs typeface="Times New Roman"/>
              </a:rPr>
              <a:t>GPS,</a:t>
            </a:r>
            <a:r>
              <a:rPr sz="2000" spc="240" dirty="0">
                <a:latin typeface="Times New Roman"/>
                <a:cs typeface="Times New Roman"/>
              </a:rPr>
              <a:t> </a:t>
            </a:r>
            <a:r>
              <a:rPr sz="2000" spc="-10" dirty="0">
                <a:latin typeface="Times New Roman"/>
                <a:cs typeface="Times New Roman"/>
              </a:rPr>
              <a:t>real-</a:t>
            </a:r>
            <a:r>
              <a:rPr sz="2000" dirty="0">
                <a:latin typeface="Times New Roman"/>
                <a:cs typeface="Times New Roman"/>
              </a:rPr>
              <a:t>time</a:t>
            </a:r>
            <a:r>
              <a:rPr sz="2000" spc="260" dirty="0">
                <a:latin typeface="Times New Roman"/>
                <a:cs typeface="Times New Roman"/>
              </a:rPr>
              <a:t> </a:t>
            </a:r>
            <a:r>
              <a:rPr sz="2000" dirty="0">
                <a:latin typeface="Times New Roman"/>
                <a:cs typeface="Times New Roman"/>
              </a:rPr>
              <a:t>traffic</a:t>
            </a:r>
            <a:r>
              <a:rPr sz="2000" spc="235" dirty="0">
                <a:latin typeface="Times New Roman"/>
                <a:cs typeface="Times New Roman"/>
              </a:rPr>
              <a:t> </a:t>
            </a:r>
            <a:r>
              <a:rPr sz="2000" dirty="0">
                <a:latin typeface="Times New Roman"/>
                <a:cs typeface="Times New Roman"/>
              </a:rPr>
              <a:t>data,</a:t>
            </a:r>
            <a:r>
              <a:rPr sz="2000" spc="250" dirty="0">
                <a:latin typeface="Times New Roman"/>
                <a:cs typeface="Times New Roman"/>
              </a:rPr>
              <a:t> </a:t>
            </a:r>
            <a:r>
              <a:rPr sz="2000" dirty="0">
                <a:latin typeface="Times New Roman"/>
                <a:cs typeface="Times New Roman"/>
              </a:rPr>
              <a:t>and</a:t>
            </a:r>
            <a:r>
              <a:rPr sz="2000" spc="254" dirty="0">
                <a:latin typeface="Times New Roman"/>
                <a:cs typeface="Times New Roman"/>
              </a:rPr>
              <a:t> </a:t>
            </a:r>
            <a:r>
              <a:rPr sz="2000" dirty="0">
                <a:latin typeface="Times New Roman"/>
                <a:cs typeface="Times New Roman"/>
              </a:rPr>
              <a:t>interactive</a:t>
            </a:r>
            <a:r>
              <a:rPr sz="2000" spc="250" dirty="0">
                <a:latin typeface="Times New Roman"/>
                <a:cs typeface="Times New Roman"/>
              </a:rPr>
              <a:t> </a:t>
            </a:r>
            <a:r>
              <a:rPr sz="2000" dirty="0">
                <a:latin typeface="Times New Roman"/>
                <a:cs typeface="Times New Roman"/>
              </a:rPr>
              <a:t>maps.</a:t>
            </a:r>
            <a:r>
              <a:rPr sz="2000" spc="240" dirty="0">
                <a:latin typeface="Times New Roman"/>
                <a:cs typeface="Times New Roman"/>
              </a:rPr>
              <a:t> </a:t>
            </a:r>
            <a:r>
              <a:rPr sz="2000" dirty="0">
                <a:latin typeface="Times New Roman"/>
                <a:cs typeface="Times New Roman"/>
              </a:rPr>
              <a:t>With</a:t>
            </a:r>
            <a:r>
              <a:rPr sz="2000" spc="250" dirty="0">
                <a:latin typeface="Times New Roman"/>
                <a:cs typeface="Times New Roman"/>
              </a:rPr>
              <a:t> </a:t>
            </a:r>
            <a:r>
              <a:rPr sz="2000" dirty="0">
                <a:latin typeface="Times New Roman"/>
                <a:cs typeface="Times New Roman"/>
              </a:rPr>
              <a:t>the</a:t>
            </a:r>
            <a:r>
              <a:rPr sz="2000" spc="250" dirty="0">
                <a:latin typeface="Times New Roman"/>
                <a:cs typeface="Times New Roman"/>
              </a:rPr>
              <a:t> </a:t>
            </a:r>
            <a:r>
              <a:rPr sz="2000" spc="-10" dirty="0">
                <a:latin typeface="Times New Roman"/>
                <a:cs typeface="Times New Roman"/>
              </a:rPr>
              <a:t>growing </a:t>
            </a:r>
            <a:r>
              <a:rPr sz="2000" dirty="0">
                <a:latin typeface="Times New Roman"/>
                <a:cs typeface="Times New Roman"/>
              </a:rPr>
              <a:t>number</a:t>
            </a:r>
            <a:r>
              <a:rPr sz="2000" spc="65" dirty="0">
                <a:latin typeface="Times New Roman"/>
                <a:cs typeface="Times New Roman"/>
              </a:rPr>
              <a:t>  </a:t>
            </a:r>
            <a:r>
              <a:rPr sz="2000" dirty="0">
                <a:latin typeface="Times New Roman"/>
                <a:cs typeface="Times New Roman"/>
              </a:rPr>
              <a:t>of</a:t>
            </a:r>
            <a:r>
              <a:rPr sz="2000" spc="70" dirty="0">
                <a:latin typeface="Times New Roman"/>
                <a:cs typeface="Times New Roman"/>
              </a:rPr>
              <a:t>  </a:t>
            </a:r>
            <a:r>
              <a:rPr sz="2000" dirty="0">
                <a:latin typeface="Times New Roman"/>
                <a:cs typeface="Times New Roman"/>
              </a:rPr>
              <a:t>vehicles</a:t>
            </a:r>
            <a:r>
              <a:rPr sz="2000" spc="70" dirty="0">
                <a:latin typeface="Times New Roman"/>
                <a:cs typeface="Times New Roman"/>
              </a:rPr>
              <a:t>  </a:t>
            </a:r>
            <a:r>
              <a:rPr sz="2000" dirty="0">
                <a:latin typeface="Times New Roman"/>
                <a:cs typeface="Times New Roman"/>
              </a:rPr>
              <a:t>and</a:t>
            </a:r>
            <a:r>
              <a:rPr sz="2000" spc="75" dirty="0">
                <a:latin typeface="Times New Roman"/>
                <a:cs typeface="Times New Roman"/>
              </a:rPr>
              <a:t>  </a:t>
            </a:r>
            <a:r>
              <a:rPr sz="2000" dirty="0">
                <a:latin typeface="Times New Roman"/>
                <a:cs typeface="Times New Roman"/>
              </a:rPr>
              <a:t>increasing</a:t>
            </a:r>
            <a:r>
              <a:rPr sz="2000" spc="65" dirty="0">
                <a:latin typeface="Times New Roman"/>
                <a:cs typeface="Times New Roman"/>
              </a:rPr>
              <a:t>  </a:t>
            </a:r>
            <a:r>
              <a:rPr sz="2000" dirty="0">
                <a:latin typeface="Times New Roman"/>
                <a:cs typeface="Times New Roman"/>
              </a:rPr>
              <a:t>traffic,</a:t>
            </a:r>
            <a:r>
              <a:rPr sz="2000" spc="75" dirty="0">
                <a:latin typeface="Times New Roman"/>
                <a:cs typeface="Times New Roman"/>
              </a:rPr>
              <a:t>  </a:t>
            </a:r>
            <a:r>
              <a:rPr sz="2000" dirty="0">
                <a:latin typeface="Times New Roman"/>
                <a:cs typeface="Times New Roman"/>
              </a:rPr>
              <a:t>such</a:t>
            </a:r>
            <a:r>
              <a:rPr sz="2000" spc="70" dirty="0">
                <a:latin typeface="Times New Roman"/>
                <a:cs typeface="Times New Roman"/>
              </a:rPr>
              <a:t>  </a:t>
            </a:r>
            <a:r>
              <a:rPr sz="2000" dirty="0">
                <a:latin typeface="Times New Roman"/>
                <a:cs typeface="Times New Roman"/>
              </a:rPr>
              <a:t>systems</a:t>
            </a:r>
            <a:r>
              <a:rPr sz="2000" spc="75" dirty="0">
                <a:latin typeface="Times New Roman"/>
                <a:cs typeface="Times New Roman"/>
              </a:rPr>
              <a:t>  </a:t>
            </a:r>
            <a:r>
              <a:rPr sz="2000" dirty="0">
                <a:latin typeface="Times New Roman"/>
                <a:cs typeface="Times New Roman"/>
              </a:rPr>
              <a:t>have</a:t>
            </a:r>
            <a:r>
              <a:rPr sz="2000" spc="60" dirty="0">
                <a:latin typeface="Times New Roman"/>
                <a:cs typeface="Times New Roman"/>
              </a:rPr>
              <a:t>  </a:t>
            </a:r>
            <a:r>
              <a:rPr sz="2000" spc="-10" dirty="0">
                <a:latin typeface="Times New Roman"/>
                <a:cs typeface="Times New Roman"/>
              </a:rPr>
              <a:t>become </a:t>
            </a:r>
            <a:r>
              <a:rPr sz="2000" dirty="0">
                <a:latin typeface="Times New Roman"/>
                <a:cs typeface="Times New Roman"/>
              </a:rPr>
              <a:t>essential</a:t>
            </a:r>
            <a:r>
              <a:rPr sz="2000" spc="484" dirty="0">
                <a:latin typeface="Times New Roman"/>
                <a:cs typeface="Times New Roman"/>
              </a:rPr>
              <a:t> </a:t>
            </a:r>
            <a:r>
              <a:rPr sz="2000" dirty="0">
                <a:latin typeface="Times New Roman"/>
                <a:cs typeface="Times New Roman"/>
              </a:rPr>
              <a:t>for  daily  commuting,</a:t>
            </a:r>
            <a:r>
              <a:rPr sz="2000" spc="10" dirty="0">
                <a:latin typeface="Times New Roman"/>
                <a:cs typeface="Times New Roman"/>
              </a:rPr>
              <a:t>  </a:t>
            </a:r>
            <a:r>
              <a:rPr sz="2000" dirty="0">
                <a:latin typeface="Times New Roman"/>
                <a:cs typeface="Times New Roman"/>
              </a:rPr>
              <a:t>emergency</a:t>
            </a:r>
            <a:r>
              <a:rPr sz="2000" spc="5" dirty="0">
                <a:latin typeface="Times New Roman"/>
                <a:cs typeface="Times New Roman"/>
              </a:rPr>
              <a:t>  </a:t>
            </a:r>
            <a:r>
              <a:rPr sz="2000" dirty="0">
                <a:latin typeface="Times New Roman"/>
                <a:cs typeface="Times New Roman"/>
              </a:rPr>
              <a:t>services,  tourism,</a:t>
            </a:r>
            <a:r>
              <a:rPr sz="2000" spc="10" dirty="0">
                <a:latin typeface="Times New Roman"/>
                <a:cs typeface="Times New Roman"/>
              </a:rPr>
              <a:t>  </a:t>
            </a:r>
            <a:r>
              <a:rPr sz="2000" dirty="0">
                <a:latin typeface="Times New Roman"/>
                <a:cs typeface="Times New Roman"/>
              </a:rPr>
              <a:t>and</a:t>
            </a:r>
            <a:r>
              <a:rPr sz="2000" spc="5" dirty="0">
                <a:latin typeface="Times New Roman"/>
                <a:cs typeface="Times New Roman"/>
              </a:rPr>
              <a:t>  </a:t>
            </a:r>
            <a:r>
              <a:rPr sz="2000" spc="-10" dirty="0">
                <a:latin typeface="Times New Roman"/>
                <a:cs typeface="Times New Roman"/>
              </a:rPr>
              <a:t>public </a:t>
            </a:r>
            <a:r>
              <a:rPr sz="2000" dirty="0">
                <a:latin typeface="Times New Roman"/>
                <a:cs typeface="Times New Roman"/>
              </a:rPr>
              <a:t>transport</a:t>
            </a:r>
            <a:r>
              <a:rPr sz="2000" spc="-55" dirty="0">
                <a:latin typeface="Times New Roman"/>
                <a:cs typeface="Times New Roman"/>
              </a:rPr>
              <a:t> </a:t>
            </a:r>
            <a:r>
              <a:rPr sz="2000" spc="-10" dirty="0">
                <a:latin typeface="Times New Roman"/>
                <a:cs typeface="Times New Roman"/>
              </a:rPr>
              <a:t>planning.</a:t>
            </a:r>
            <a:endParaRPr sz="200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57200" y="114300"/>
            <a:ext cx="8229600" cy="742950"/>
          </a:xfrm>
          <a:custGeom>
            <a:avLst/>
            <a:gdLst/>
            <a:ahLst/>
            <a:cxnLst/>
            <a:rect l="l" t="t" r="r" b="b"/>
            <a:pathLst>
              <a:path w="8229600" h="742950">
                <a:moveTo>
                  <a:pt x="8229600" y="0"/>
                </a:moveTo>
                <a:lnTo>
                  <a:pt x="0" y="0"/>
                </a:lnTo>
                <a:lnTo>
                  <a:pt x="0" y="742950"/>
                </a:lnTo>
                <a:lnTo>
                  <a:pt x="8229600" y="742950"/>
                </a:lnTo>
                <a:lnTo>
                  <a:pt x="8229600" y="0"/>
                </a:lnTo>
                <a:close/>
              </a:path>
            </a:pathLst>
          </a:custGeom>
          <a:solidFill>
            <a:schemeClr val="accent5">
              <a:lumMod val="75000"/>
            </a:schemeClr>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38303" rIns="0" bIns="0" rtlCol="0">
            <a:spAutoFit/>
          </a:bodyPr>
          <a:lstStyle/>
          <a:p>
            <a:pPr marL="941069">
              <a:lnSpc>
                <a:spcPct val="100000"/>
              </a:lnSpc>
              <a:spcBef>
                <a:spcPts val="105"/>
              </a:spcBef>
              <a:tabLst>
                <a:tab pos="4487545" algn="l"/>
              </a:tabLst>
            </a:pPr>
            <a:r>
              <a:rPr sz="3200" dirty="0"/>
              <a:t>Java</a:t>
            </a:r>
            <a:r>
              <a:rPr sz="3200" spc="-35" dirty="0"/>
              <a:t> </a:t>
            </a:r>
            <a:r>
              <a:rPr sz="3200" spc="-10" dirty="0"/>
              <a:t>Programming</a:t>
            </a:r>
            <a:r>
              <a:rPr sz="3200" dirty="0"/>
              <a:t>	-</a:t>
            </a:r>
            <a:r>
              <a:rPr sz="3200" spc="-5" dirty="0"/>
              <a:t> </a:t>
            </a:r>
            <a:r>
              <a:rPr sz="3200" dirty="0"/>
              <a:t>Concepts</a:t>
            </a:r>
            <a:r>
              <a:rPr sz="3200" spc="-25" dirty="0"/>
              <a:t> </a:t>
            </a:r>
            <a:r>
              <a:rPr sz="3200" spc="-20" dirty="0"/>
              <a:t>Used</a:t>
            </a:r>
            <a:endParaRPr sz="3200"/>
          </a:p>
        </p:txBody>
      </p:sp>
      <p:sp>
        <p:nvSpPr>
          <p:cNvPr id="5" name="object 5"/>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50" dirty="0"/>
              <a:pPr marL="38100">
                <a:lnSpc>
                  <a:spcPct val="100000"/>
                </a:lnSpc>
                <a:spcBef>
                  <a:spcPts val="5"/>
                </a:spcBef>
              </a:pPr>
              <a:t>6</a:t>
            </a:fld>
            <a:endParaRPr spc="-50" dirty="0"/>
          </a:p>
        </p:txBody>
      </p:sp>
      <p:sp>
        <p:nvSpPr>
          <p:cNvPr id="6" name="object 6"/>
          <p:cNvSpPr txBox="1">
            <a:spLocks noGrp="1"/>
          </p:cNvSpPr>
          <p:nvPr>
            <p:ph type="ftr" sz="quarter" idx="5"/>
          </p:nvPr>
        </p:nvSpPr>
        <p:spPr>
          <a:xfrm>
            <a:off x="2091308" y="4806620"/>
            <a:ext cx="4838954" cy="179536"/>
          </a:xfrm>
          <a:prstGeom prst="rect">
            <a:avLst/>
          </a:prstGeom>
        </p:spPr>
        <p:txBody>
          <a:bodyPr vert="horz" wrap="square" lIns="0" tIns="0" rIns="0" bIns="0" rtlCol="0">
            <a:spAutoFit/>
          </a:bodyPr>
          <a:lstStyle/>
          <a:p>
            <a:pPr marL="574040">
              <a:lnSpc>
                <a:spcPts val="1410"/>
              </a:lnSpc>
            </a:pPr>
            <a:r>
              <a:t>EGB1201</a:t>
            </a:r>
            <a:r>
              <a:rPr spc="-40"/>
              <a:t> </a:t>
            </a:r>
            <a:r>
              <a:t>–</a:t>
            </a:r>
            <a:r>
              <a:rPr spc="-25"/>
              <a:t> </a:t>
            </a:r>
            <a:r>
              <a:rPr spc="-85"/>
              <a:t>JAVA</a:t>
            </a:r>
            <a:r>
              <a:rPr spc="-90"/>
              <a:t> </a:t>
            </a:r>
            <a:r>
              <a:t>PROGRAMMING</a:t>
            </a:r>
            <a:r>
              <a:rPr spc="-35"/>
              <a:t> </a:t>
            </a:r>
            <a:r>
              <a:t>–PROJECT</a:t>
            </a:r>
            <a:r>
              <a:rPr spc="-70"/>
              <a:t> </a:t>
            </a:r>
            <a:r>
              <a:t>REVIEW</a:t>
            </a:r>
            <a:r>
              <a:rPr spc="-5"/>
              <a:t> </a:t>
            </a:r>
            <a:r>
              <a:rPr lang="en-US" spc="-50"/>
              <a:t>2</a:t>
            </a:r>
            <a:endParaRPr spc="-50" dirty="0"/>
          </a:p>
        </p:txBody>
      </p:sp>
      <p:sp>
        <p:nvSpPr>
          <p:cNvPr id="4" name="object 4"/>
          <p:cNvSpPr txBox="1"/>
          <p:nvPr/>
        </p:nvSpPr>
        <p:spPr>
          <a:xfrm>
            <a:off x="650240" y="1240282"/>
            <a:ext cx="3512820" cy="1518920"/>
          </a:xfrm>
          <a:prstGeom prst="rect">
            <a:avLst/>
          </a:prstGeom>
        </p:spPr>
        <p:txBody>
          <a:bodyPr vert="horz" wrap="square" lIns="0" tIns="12700" rIns="0" bIns="0" rtlCol="0">
            <a:spAutoFit/>
          </a:bodyPr>
          <a:lstStyle/>
          <a:p>
            <a:pPr marL="184150" indent="-184150">
              <a:lnSpc>
                <a:spcPts val="2155"/>
              </a:lnSpc>
              <a:spcBef>
                <a:spcPts val="100"/>
              </a:spcBef>
              <a:buSzPct val="94444"/>
              <a:buAutoNum type="arabicPeriod"/>
              <a:tabLst>
                <a:tab pos="184150" algn="l"/>
              </a:tabLst>
            </a:pPr>
            <a:r>
              <a:rPr sz="1800" dirty="0">
                <a:latin typeface="Times New Roman"/>
                <a:cs typeface="Times New Roman"/>
              </a:rPr>
              <a:t>Database</a:t>
            </a:r>
            <a:r>
              <a:rPr sz="1800" spc="-95" dirty="0">
                <a:latin typeface="Times New Roman"/>
                <a:cs typeface="Times New Roman"/>
              </a:rPr>
              <a:t> </a:t>
            </a:r>
            <a:r>
              <a:rPr sz="1800" spc="-10" dirty="0">
                <a:latin typeface="Times New Roman"/>
                <a:cs typeface="Times New Roman"/>
              </a:rPr>
              <a:t>Connectivity</a:t>
            </a:r>
            <a:endParaRPr sz="1800">
              <a:latin typeface="Times New Roman"/>
              <a:cs typeface="Times New Roman"/>
            </a:endParaRPr>
          </a:p>
          <a:p>
            <a:pPr marL="184785" indent="-184150">
              <a:lnSpc>
                <a:spcPts val="2395"/>
              </a:lnSpc>
              <a:buSzPct val="85000"/>
              <a:buAutoNum type="arabicPeriod"/>
              <a:tabLst>
                <a:tab pos="184785" algn="l"/>
              </a:tabLst>
            </a:pPr>
            <a:r>
              <a:rPr sz="2000" dirty="0">
                <a:latin typeface="Times New Roman"/>
                <a:cs typeface="Times New Roman"/>
              </a:rPr>
              <a:t>Integration</a:t>
            </a:r>
            <a:r>
              <a:rPr sz="2000" spc="-65" dirty="0">
                <a:latin typeface="Times New Roman"/>
                <a:cs typeface="Times New Roman"/>
              </a:rPr>
              <a:t> </a:t>
            </a:r>
            <a:r>
              <a:rPr sz="2000" dirty="0">
                <a:latin typeface="Times New Roman"/>
                <a:cs typeface="Times New Roman"/>
              </a:rPr>
              <a:t>with</a:t>
            </a:r>
            <a:r>
              <a:rPr sz="2000" spc="-25" dirty="0">
                <a:latin typeface="Times New Roman"/>
                <a:cs typeface="Times New Roman"/>
              </a:rPr>
              <a:t> </a:t>
            </a:r>
            <a:r>
              <a:rPr sz="2000" dirty="0">
                <a:latin typeface="Times New Roman"/>
                <a:cs typeface="Times New Roman"/>
              </a:rPr>
              <a:t>maps</a:t>
            </a:r>
            <a:r>
              <a:rPr sz="2000" spc="-10" dirty="0">
                <a:latin typeface="Times New Roman"/>
                <a:cs typeface="Times New Roman"/>
              </a:rPr>
              <a:t> </a:t>
            </a:r>
            <a:r>
              <a:rPr sz="2000" dirty="0">
                <a:latin typeface="Times New Roman"/>
                <a:cs typeface="Times New Roman"/>
              </a:rPr>
              <a:t>and</a:t>
            </a:r>
            <a:r>
              <a:rPr sz="2000" spc="-25" dirty="0">
                <a:latin typeface="Times New Roman"/>
                <a:cs typeface="Times New Roman"/>
              </a:rPr>
              <a:t> GPS</a:t>
            </a:r>
            <a:endParaRPr sz="2000">
              <a:latin typeface="Times New Roman"/>
              <a:cs typeface="Times New Roman"/>
            </a:endParaRPr>
          </a:p>
          <a:p>
            <a:pPr marL="203835" indent="-203200">
              <a:lnSpc>
                <a:spcPct val="100000"/>
              </a:lnSpc>
              <a:buSzPct val="95000"/>
              <a:buAutoNum type="arabicPeriod"/>
              <a:tabLst>
                <a:tab pos="203835" algn="l"/>
              </a:tabLst>
            </a:pPr>
            <a:r>
              <a:rPr sz="2000" spc="-10" dirty="0">
                <a:latin typeface="Times New Roman"/>
                <a:cs typeface="Times New Roman"/>
              </a:rPr>
              <a:t>Real-</a:t>
            </a:r>
            <a:r>
              <a:rPr sz="2000" dirty="0">
                <a:latin typeface="Times New Roman"/>
                <a:cs typeface="Times New Roman"/>
              </a:rPr>
              <a:t>time</a:t>
            </a:r>
            <a:r>
              <a:rPr sz="2000" spc="-40" dirty="0">
                <a:latin typeface="Times New Roman"/>
                <a:cs typeface="Times New Roman"/>
              </a:rPr>
              <a:t> </a:t>
            </a:r>
            <a:r>
              <a:rPr sz="2000" dirty="0">
                <a:latin typeface="Times New Roman"/>
                <a:cs typeface="Times New Roman"/>
              </a:rPr>
              <a:t>traffic</a:t>
            </a:r>
            <a:r>
              <a:rPr sz="2000" spc="-50" dirty="0">
                <a:latin typeface="Times New Roman"/>
                <a:cs typeface="Times New Roman"/>
              </a:rPr>
              <a:t> </a:t>
            </a:r>
            <a:r>
              <a:rPr sz="2000" spc="-10" dirty="0">
                <a:latin typeface="Times New Roman"/>
                <a:cs typeface="Times New Roman"/>
              </a:rPr>
              <a:t>updates</a:t>
            </a:r>
            <a:endParaRPr sz="2000">
              <a:latin typeface="Times New Roman"/>
              <a:cs typeface="Times New Roman"/>
            </a:endParaRPr>
          </a:p>
          <a:p>
            <a:pPr marL="203835" indent="-203200">
              <a:lnSpc>
                <a:spcPct val="100000"/>
              </a:lnSpc>
              <a:buSzPct val="95000"/>
              <a:buAutoNum type="arabicPeriod"/>
              <a:tabLst>
                <a:tab pos="203835" algn="l"/>
              </a:tabLst>
            </a:pPr>
            <a:r>
              <a:rPr sz="2000" dirty="0">
                <a:latin typeface="Times New Roman"/>
                <a:cs typeface="Times New Roman"/>
              </a:rPr>
              <a:t>Multithreading</a:t>
            </a:r>
            <a:r>
              <a:rPr sz="2000" spc="-80" dirty="0">
                <a:latin typeface="Times New Roman"/>
                <a:cs typeface="Times New Roman"/>
              </a:rPr>
              <a:t> </a:t>
            </a:r>
            <a:r>
              <a:rPr sz="2000" dirty="0">
                <a:latin typeface="Times New Roman"/>
                <a:cs typeface="Times New Roman"/>
              </a:rPr>
              <a:t>and</a:t>
            </a:r>
            <a:r>
              <a:rPr sz="2000" spc="-40" dirty="0">
                <a:latin typeface="Times New Roman"/>
                <a:cs typeface="Times New Roman"/>
              </a:rPr>
              <a:t> </a:t>
            </a:r>
            <a:r>
              <a:rPr sz="2000" spc="-10" dirty="0">
                <a:latin typeface="Times New Roman"/>
                <a:cs typeface="Times New Roman"/>
              </a:rPr>
              <a:t>performance</a:t>
            </a:r>
            <a:endParaRPr sz="2000">
              <a:latin typeface="Times New Roman"/>
              <a:cs typeface="Times New Roman"/>
            </a:endParaRPr>
          </a:p>
          <a:p>
            <a:pPr marL="203835" indent="-203200">
              <a:lnSpc>
                <a:spcPct val="100000"/>
              </a:lnSpc>
              <a:buSzPct val="95000"/>
              <a:buAutoNum type="arabicPeriod"/>
              <a:tabLst>
                <a:tab pos="203835" algn="l"/>
              </a:tabLst>
            </a:pPr>
            <a:r>
              <a:rPr sz="2000" dirty="0">
                <a:latin typeface="Times New Roman"/>
                <a:cs typeface="Times New Roman"/>
              </a:rPr>
              <a:t>Backend</a:t>
            </a:r>
            <a:r>
              <a:rPr sz="2000" spc="-45" dirty="0">
                <a:latin typeface="Times New Roman"/>
                <a:cs typeface="Times New Roman"/>
              </a:rPr>
              <a:t> </a:t>
            </a:r>
            <a:r>
              <a:rPr sz="2000" spc="-10" dirty="0">
                <a:latin typeface="Times New Roman"/>
                <a:cs typeface="Times New Roman"/>
              </a:rPr>
              <a:t>development</a:t>
            </a:r>
            <a:endParaRPr sz="200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33350"/>
            <a:ext cx="8229600" cy="690574"/>
          </a:xfrm>
          <a:prstGeom prst="rect">
            <a:avLst/>
          </a:prstGeom>
          <a:solidFill>
            <a:schemeClr val="accent5">
              <a:lumMod val="75000"/>
            </a:schemeClr>
          </a:solidFill>
        </p:spPr>
        <p:txBody>
          <a:bodyPr vert="horz" wrap="square" lIns="0" tIns="196215" rIns="0" bIns="0" rtlCol="0">
            <a:spAutoFit/>
          </a:bodyPr>
          <a:lstStyle/>
          <a:p>
            <a:pPr marL="1905" algn="ctr">
              <a:lnSpc>
                <a:spcPct val="100000"/>
              </a:lnSpc>
              <a:spcBef>
                <a:spcPts val="1545"/>
              </a:spcBef>
            </a:pPr>
            <a:r>
              <a:rPr sz="3200" spc="-10" dirty="0"/>
              <a:t>Proposed</a:t>
            </a:r>
            <a:r>
              <a:rPr sz="3200" spc="-210" dirty="0"/>
              <a:t> </a:t>
            </a:r>
            <a:r>
              <a:rPr sz="3200" spc="-10" dirty="0"/>
              <a:t>Architecture</a:t>
            </a:r>
            <a:endParaRPr sz="3200"/>
          </a:p>
        </p:txBody>
      </p:sp>
      <p:grpSp>
        <p:nvGrpSpPr>
          <p:cNvPr id="3" name="object 3"/>
          <p:cNvGrpSpPr/>
          <p:nvPr/>
        </p:nvGrpSpPr>
        <p:grpSpPr>
          <a:xfrm>
            <a:off x="947927" y="1019555"/>
            <a:ext cx="7374890" cy="3587750"/>
            <a:chOff x="947927" y="1019555"/>
            <a:chExt cx="7374890" cy="3587750"/>
          </a:xfrm>
        </p:grpSpPr>
        <p:pic>
          <p:nvPicPr>
            <p:cNvPr id="4" name="object 4"/>
            <p:cNvPicPr/>
            <p:nvPr/>
          </p:nvPicPr>
          <p:blipFill>
            <a:blip r:embed="rId2" cstate="print"/>
            <a:stretch>
              <a:fillRect/>
            </a:stretch>
          </p:blipFill>
          <p:spPr>
            <a:xfrm>
              <a:off x="947927" y="1019555"/>
              <a:ext cx="7374635" cy="3587496"/>
            </a:xfrm>
            <a:prstGeom prst="rect">
              <a:avLst/>
            </a:prstGeom>
          </p:spPr>
        </p:pic>
        <p:pic>
          <p:nvPicPr>
            <p:cNvPr id="5" name="object 5"/>
            <p:cNvPicPr/>
            <p:nvPr/>
          </p:nvPicPr>
          <p:blipFill>
            <a:blip r:embed="rId3" cstate="print"/>
            <a:stretch>
              <a:fillRect/>
            </a:stretch>
          </p:blipFill>
          <p:spPr>
            <a:xfrm>
              <a:off x="1142974" y="1214450"/>
              <a:ext cx="6786626" cy="3000375"/>
            </a:xfrm>
            <a:prstGeom prst="rect">
              <a:avLst/>
            </a:prstGeom>
          </p:spPr>
        </p:pic>
      </p:grpSp>
      <p:sp>
        <p:nvSpPr>
          <p:cNvPr id="6" name="object 6"/>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50" dirty="0"/>
              <a:pPr marL="38100">
                <a:lnSpc>
                  <a:spcPct val="100000"/>
                </a:lnSpc>
                <a:spcBef>
                  <a:spcPts val="5"/>
                </a:spcBef>
              </a:pPr>
              <a:t>7</a:t>
            </a:fld>
            <a:endParaRPr spc="-50" dirty="0"/>
          </a:p>
        </p:txBody>
      </p:sp>
      <p:sp>
        <p:nvSpPr>
          <p:cNvPr id="7" name="object 7"/>
          <p:cNvSpPr txBox="1"/>
          <p:nvPr/>
        </p:nvSpPr>
        <p:spPr>
          <a:xfrm>
            <a:off x="2797810" y="4827963"/>
            <a:ext cx="3824604" cy="179536"/>
          </a:xfrm>
          <a:prstGeom prst="rect">
            <a:avLst/>
          </a:prstGeom>
        </p:spPr>
        <p:txBody>
          <a:bodyPr vert="horz" wrap="square" lIns="0" tIns="0" rIns="0" bIns="0" rtlCol="0">
            <a:spAutoFit/>
          </a:bodyPr>
          <a:lstStyle/>
          <a:p>
            <a:pPr marL="12700">
              <a:lnSpc>
                <a:spcPts val="1410"/>
              </a:lnSpc>
            </a:pPr>
            <a:r>
              <a:rPr sz="1200" dirty="0">
                <a:solidFill>
                  <a:srgbClr val="464652"/>
                </a:solidFill>
                <a:latin typeface="Times New Roman"/>
                <a:cs typeface="Times New Roman"/>
              </a:rPr>
              <a:t>CGB1201</a:t>
            </a:r>
            <a:r>
              <a:rPr sz="1200" spc="-45" dirty="0">
                <a:solidFill>
                  <a:srgbClr val="464652"/>
                </a:solidFill>
                <a:latin typeface="Times New Roman"/>
                <a:cs typeface="Times New Roman"/>
              </a:rPr>
              <a:t> </a:t>
            </a:r>
            <a:r>
              <a:rPr sz="1200" dirty="0">
                <a:solidFill>
                  <a:srgbClr val="464652"/>
                </a:solidFill>
                <a:latin typeface="Times New Roman"/>
                <a:cs typeface="Times New Roman"/>
              </a:rPr>
              <a:t>–</a:t>
            </a:r>
            <a:r>
              <a:rPr sz="1200" spc="-20" dirty="0">
                <a:solidFill>
                  <a:srgbClr val="464652"/>
                </a:solidFill>
                <a:latin typeface="Times New Roman"/>
                <a:cs typeface="Times New Roman"/>
              </a:rPr>
              <a:t> </a:t>
            </a:r>
            <a:r>
              <a:rPr sz="1200" spc="-85" dirty="0">
                <a:solidFill>
                  <a:srgbClr val="464652"/>
                </a:solidFill>
                <a:latin typeface="Times New Roman"/>
                <a:cs typeface="Times New Roman"/>
              </a:rPr>
              <a:t>JAVA</a:t>
            </a:r>
            <a:r>
              <a:rPr sz="1200" spc="-90" dirty="0">
                <a:solidFill>
                  <a:srgbClr val="464652"/>
                </a:solidFill>
                <a:latin typeface="Times New Roman"/>
                <a:cs typeface="Times New Roman"/>
              </a:rPr>
              <a:t> </a:t>
            </a:r>
            <a:r>
              <a:rPr sz="1200" dirty="0">
                <a:solidFill>
                  <a:srgbClr val="464652"/>
                </a:solidFill>
                <a:latin typeface="Times New Roman"/>
                <a:cs typeface="Times New Roman"/>
              </a:rPr>
              <a:t>PROGRAMMING</a:t>
            </a:r>
            <a:r>
              <a:rPr sz="1200" spc="-35" dirty="0">
                <a:solidFill>
                  <a:srgbClr val="464652"/>
                </a:solidFill>
                <a:latin typeface="Times New Roman"/>
                <a:cs typeface="Times New Roman"/>
              </a:rPr>
              <a:t> </a:t>
            </a:r>
            <a:r>
              <a:rPr sz="1200" dirty="0">
                <a:solidFill>
                  <a:srgbClr val="464652"/>
                </a:solidFill>
                <a:latin typeface="Times New Roman"/>
                <a:cs typeface="Times New Roman"/>
              </a:rPr>
              <a:t>–PROJECT</a:t>
            </a:r>
            <a:r>
              <a:rPr sz="1200" spc="-55" dirty="0">
                <a:solidFill>
                  <a:srgbClr val="464652"/>
                </a:solidFill>
                <a:latin typeface="Times New Roman"/>
                <a:cs typeface="Times New Roman"/>
              </a:rPr>
              <a:t> </a:t>
            </a:r>
            <a:r>
              <a:rPr sz="1200">
                <a:solidFill>
                  <a:srgbClr val="464652"/>
                </a:solidFill>
                <a:latin typeface="Times New Roman"/>
                <a:cs typeface="Times New Roman"/>
              </a:rPr>
              <a:t>REVIEW</a:t>
            </a:r>
            <a:r>
              <a:rPr sz="1200" spc="-20">
                <a:solidFill>
                  <a:srgbClr val="464652"/>
                </a:solidFill>
                <a:latin typeface="Times New Roman"/>
                <a:cs typeface="Times New Roman"/>
              </a:rPr>
              <a:t> </a:t>
            </a:r>
            <a:r>
              <a:rPr lang="en-US" sz="1200" spc="-50" dirty="0">
                <a:solidFill>
                  <a:srgbClr val="464652"/>
                </a:solidFill>
                <a:latin typeface="Times New Roman"/>
                <a:cs typeface="Times New Roman"/>
              </a:rPr>
              <a:t>2</a:t>
            </a:r>
            <a:endParaRPr sz="120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57200" y="133350"/>
            <a:ext cx="8229600" cy="685800"/>
          </a:xfrm>
          <a:custGeom>
            <a:avLst/>
            <a:gdLst/>
            <a:ahLst/>
            <a:cxnLst/>
            <a:rect l="l" t="t" r="r" b="b"/>
            <a:pathLst>
              <a:path w="8229600" h="685800">
                <a:moveTo>
                  <a:pt x="8229600" y="0"/>
                </a:moveTo>
                <a:lnTo>
                  <a:pt x="0" y="0"/>
                </a:lnTo>
                <a:lnTo>
                  <a:pt x="0" y="685800"/>
                </a:lnTo>
                <a:lnTo>
                  <a:pt x="8229600" y="685800"/>
                </a:lnTo>
                <a:lnTo>
                  <a:pt x="8229600" y="0"/>
                </a:lnTo>
                <a:close/>
              </a:path>
            </a:pathLst>
          </a:custGeom>
          <a:solidFill>
            <a:schemeClr val="accent5">
              <a:lumMod val="75000"/>
            </a:schemeClr>
          </a:solidFill>
        </p:spPr>
        <p:txBody>
          <a:bodyPr wrap="square" lIns="0" tIns="0" rIns="0" bIns="0" rtlCol="0"/>
          <a:lstStyle/>
          <a:p>
            <a:endParaRPr/>
          </a:p>
        </p:txBody>
      </p:sp>
      <p:sp>
        <p:nvSpPr>
          <p:cNvPr id="3" name="object 3"/>
          <p:cNvSpPr txBox="1">
            <a:spLocks noGrp="1"/>
          </p:cNvSpPr>
          <p:nvPr>
            <p:ph type="title"/>
          </p:nvPr>
        </p:nvSpPr>
        <p:spPr>
          <a:prstGeom prst="rect">
            <a:avLst/>
          </a:prstGeom>
          <a:solidFill>
            <a:schemeClr val="accent5">
              <a:lumMod val="75000"/>
            </a:schemeClr>
          </a:solidFill>
          <a:ln>
            <a:solidFill>
              <a:schemeClr val="accent5">
                <a:lumMod val="75000"/>
              </a:schemeClr>
            </a:solidFill>
          </a:ln>
        </p:spPr>
        <p:txBody>
          <a:bodyPr vert="horz" wrap="square" lIns="0" tIns="84963" rIns="0" bIns="0" rtlCol="0">
            <a:spAutoFit/>
          </a:bodyPr>
          <a:lstStyle/>
          <a:p>
            <a:pPr algn="ctr">
              <a:lnSpc>
                <a:spcPct val="100000"/>
              </a:lnSpc>
              <a:spcBef>
                <a:spcPts val="105"/>
              </a:spcBef>
            </a:pPr>
            <a:r>
              <a:rPr sz="3200" spc="-10" dirty="0"/>
              <a:t>Proposed</a:t>
            </a:r>
            <a:r>
              <a:rPr sz="3200" spc="-220" dirty="0"/>
              <a:t> </a:t>
            </a:r>
            <a:r>
              <a:rPr sz="3200" dirty="0"/>
              <a:t>Architecture</a:t>
            </a:r>
            <a:r>
              <a:rPr sz="3200" spc="-105" dirty="0"/>
              <a:t> </a:t>
            </a:r>
            <a:r>
              <a:rPr sz="3200" dirty="0"/>
              <a:t>-</a:t>
            </a:r>
            <a:r>
              <a:rPr sz="3200" spc="-60" dirty="0"/>
              <a:t> </a:t>
            </a:r>
            <a:r>
              <a:rPr sz="3200" spc="-10" dirty="0"/>
              <a:t>Description</a:t>
            </a:r>
            <a:endParaRPr sz="3200"/>
          </a:p>
        </p:txBody>
      </p:sp>
      <p:sp>
        <p:nvSpPr>
          <p:cNvPr id="5" name="object 5"/>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50" dirty="0"/>
              <a:pPr marL="38100">
                <a:lnSpc>
                  <a:spcPct val="100000"/>
                </a:lnSpc>
                <a:spcBef>
                  <a:spcPts val="5"/>
                </a:spcBef>
              </a:pPr>
              <a:t>8</a:t>
            </a:fld>
            <a:endParaRPr spc="-50" dirty="0"/>
          </a:p>
        </p:txBody>
      </p:sp>
      <p:sp>
        <p:nvSpPr>
          <p:cNvPr id="6" name="object 6"/>
          <p:cNvSpPr txBox="1">
            <a:spLocks noGrp="1"/>
          </p:cNvSpPr>
          <p:nvPr>
            <p:ph type="ftr" sz="quarter" idx="5"/>
          </p:nvPr>
        </p:nvSpPr>
        <p:spPr>
          <a:xfrm>
            <a:off x="2091308" y="4806620"/>
            <a:ext cx="4838954" cy="179536"/>
          </a:xfrm>
          <a:prstGeom prst="rect">
            <a:avLst/>
          </a:prstGeom>
        </p:spPr>
        <p:txBody>
          <a:bodyPr vert="horz" wrap="square" lIns="0" tIns="0" rIns="0" bIns="0" rtlCol="0">
            <a:spAutoFit/>
          </a:bodyPr>
          <a:lstStyle/>
          <a:p>
            <a:pPr marL="653415">
              <a:lnSpc>
                <a:spcPts val="1410"/>
              </a:lnSpc>
            </a:pPr>
            <a:r>
              <a:t>EGB1201</a:t>
            </a:r>
            <a:r>
              <a:rPr spc="-40"/>
              <a:t> </a:t>
            </a:r>
            <a:r>
              <a:t>–</a:t>
            </a:r>
            <a:r>
              <a:rPr spc="-25"/>
              <a:t> </a:t>
            </a:r>
            <a:r>
              <a:rPr spc="-85"/>
              <a:t>JAVA</a:t>
            </a:r>
            <a:r>
              <a:rPr spc="-90"/>
              <a:t> </a:t>
            </a:r>
            <a:r>
              <a:t>PROGRAMMING</a:t>
            </a:r>
            <a:r>
              <a:rPr spc="-35"/>
              <a:t> </a:t>
            </a:r>
            <a:r>
              <a:t>–PROJECT</a:t>
            </a:r>
            <a:r>
              <a:rPr spc="-70"/>
              <a:t> </a:t>
            </a:r>
            <a:r>
              <a:t>REVIEW</a:t>
            </a:r>
            <a:r>
              <a:rPr spc="-5"/>
              <a:t> </a:t>
            </a:r>
            <a:r>
              <a:rPr lang="en-US" spc="-50"/>
              <a:t>2</a:t>
            </a:r>
            <a:endParaRPr spc="-50" dirty="0"/>
          </a:p>
        </p:txBody>
      </p:sp>
      <p:sp>
        <p:nvSpPr>
          <p:cNvPr id="4" name="object 4"/>
          <p:cNvSpPr txBox="1"/>
          <p:nvPr/>
        </p:nvSpPr>
        <p:spPr>
          <a:xfrm>
            <a:off x="507288" y="1310132"/>
            <a:ext cx="7877809" cy="2465070"/>
          </a:xfrm>
          <a:prstGeom prst="rect">
            <a:avLst/>
          </a:prstGeom>
        </p:spPr>
        <p:txBody>
          <a:bodyPr vert="horz" wrap="square" lIns="0" tIns="13335" rIns="0" bIns="0" rtlCol="0">
            <a:spAutoFit/>
          </a:bodyPr>
          <a:lstStyle/>
          <a:p>
            <a:pPr marL="287020" marR="5080" indent="-274955" algn="just">
              <a:lnSpc>
                <a:spcPct val="100000"/>
              </a:lnSpc>
              <a:spcBef>
                <a:spcPts val="105"/>
              </a:spcBef>
              <a:tabLst>
                <a:tab pos="287020" algn="l"/>
              </a:tabLst>
            </a:pPr>
            <a:r>
              <a:rPr sz="1500" spc="-1500">
                <a:solidFill>
                  <a:srgbClr val="717BA2"/>
                </a:solidFill>
                <a:latin typeface="Microsoft Sans Serif"/>
                <a:cs typeface="Microsoft Sans Serif"/>
              </a:rPr>
              <a:t>🞂</a:t>
            </a:r>
            <a:r>
              <a:rPr sz="1500">
                <a:solidFill>
                  <a:srgbClr val="717BA2"/>
                </a:solidFill>
                <a:latin typeface="Microsoft Sans Serif"/>
                <a:cs typeface="Microsoft Sans Serif"/>
              </a:rPr>
              <a:t>​</a:t>
            </a:r>
            <a:r>
              <a:rPr lang="en-US" sz="1500" dirty="0">
                <a:solidFill>
                  <a:srgbClr val="717BA2"/>
                </a:solidFill>
                <a:latin typeface="Microsoft Sans Serif"/>
                <a:cs typeface="Microsoft Sans Serif"/>
              </a:rPr>
              <a:t>    </a:t>
            </a:r>
            <a:r>
              <a:rPr sz="2000">
                <a:latin typeface="Times New Roman"/>
                <a:cs typeface="Times New Roman"/>
              </a:rPr>
              <a:t>This</a:t>
            </a:r>
            <a:r>
              <a:rPr sz="2000" spc="-40">
                <a:latin typeface="Times New Roman"/>
                <a:cs typeface="Times New Roman"/>
              </a:rPr>
              <a:t> </a:t>
            </a:r>
            <a:r>
              <a:rPr sz="2000" dirty="0">
                <a:latin typeface="Times New Roman"/>
                <a:cs typeface="Times New Roman"/>
              </a:rPr>
              <a:t>diagram</a:t>
            </a:r>
            <a:r>
              <a:rPr sz="2000" spc="-25" dirty="0">
                <a:latin typeface="Times New Roman"/>
                <a:cs typeface="Times New Roman"/>
              </a:rPr>
              <a:t> </a:t>
            </a:r>
            <a:r>
              <a:rPr sz="2000" dirty="0">
                <a:latin typeface="Times New Roman"/>
                <a:cs typeface="Times New Roman"/>
              </a:rPr>
              <a:t>represents</a:t>
            </a:r>
            <a:r>
              <a:rPr sz="2000" spc="-45"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working</a:t>
            </a:r>
            <a:r>
              <a:rPr sz="2000" spc="-35" dirty="0">
                <a:latin typeface="Times New Roman"/>
                <a:cs typeface="Times New Roman"/>
              </a:rPr>
              <a:t> </a:t>
            </a:r>
            <a:r>
              <a:rPr sz="2000" dirty="0">
                <a:latin typeface="Times New Roman"/>
                <a:cs typeface="Times New Roman"/>
              </a:rPr>
              <a:t>of</a:t>
            </a:r>
            <a:r>
              <a:rPr sz="2000" spc="-10" dirty="0">
                <a:latin typeface="Times New Roman"/>
                <a:cs typeface="Times New Roman"/>
              </a:rPr>
              <a:t> </a:t>
            </a:r>
            <a:r>
              <a:rPr sz="2000" dirty="0">
                <a:latin typeface="Times New Roman"/>
                <a:cs typeface="Times New Roman"/>
              </a:rPr>
              <a:t>a Google</a:t>
            </a:r>
            <a:r>
              <a:rPr sz="2000" spc="-30" dirty="0">
                <a:latin typeface="Times New Roman"/>
                <a:cs typeface="Times New Roman"/>
              </a:rPr>
              <a:t> </a:t>
            </a:r>
            <a:r>
              <a:rPr sz="2000" dirty="0">
                <a:latin typeface="Times New Roman"/>
                <a:cs typeface="Times New Roman"/>
              </a:rPr>
              <a:t>Maps-based</a:t>
            </a:r>
            <a:r>
              <a:rPr sz="2000" spc="-35" dirty="0">
                <a:latin typeface="Times New Roman"/>
                <a:cs typeface="Times New Roman"/>
              </a:rPr>
              <a:t> </a:t>
            </a:r>
            <a:r>
              <a:rPr sz="2000" spc="-10" dirty="0">
                <a:latin typeface="Times New Roman"/>
                <a:cs typeface="Times New Roman"/>
              </a:rPr>
              <a:t>application</a:t>
            </a:r>
            <a:r>
              <a:rPr sz="2000" spc="500" dirty="0">
                <a:latin typeface="Times New Roman"/>
                <a:cs typeface="Times New Roman"/>
              </a:rPr>
              <a:t>   </a:t>
            </a:r>
            <a:r>
              <a:rPr sz="2000" spc="-10" dirty="0">
                <a:latin typeface="Times New Roman"/>
                <a:cs typeface="Times New Roman"/>
              </a:rPr>
              <a:t>(MapView)</a:t>
            </a:r>
            <a:r>
              <a:rPr sz="2000" spc="-55" dirty="0">
                <a:latin typeface="Times New Roman"/>
                <a:cs typeface="Times New Roman"/>
              </a:rPr>
              <a:t> </a:t>
            </a:r>
            <a:r>
              <a:rPr sz="2000" dirty="0">
                <a:latin typeface="Times New Roman"/>
                <a:cs typeface="Times New Roman"/>
              </a:rPr>
              <a:t>and</a:t>
            </a:r>
            <a:r>
              <a:rPr sz="2000" spc="-30" dirty="0">
                <a:latin typeface="Times New Roman"/>
                <a:cs typeface="Times New Roman"/>
              </a:rPr>
              <a:t> </a:t>
            </a:r>
            <a:r>
              <a:rPr sz="2000" dirty="0">
                <a:latin typeface="Times New Roman"/>
                <a:cs typeface="Times New Roman"/>
              </a:rPr>
              <a:t>its</a:t>
            </a:r>
            <a:r>
              <a:rPr sz="2000" spc="-25" dirty="0">
                <a:latin typeface="Times New Roman"/>
                <a:cs typeface="Times New Roman"/>
              </a:rPr>
              <a:t> </a:t>
            </a:r>
            <a:r>
              <a:rPr sz="2000" dirty="0">
                <a:latin typeface="Times New Roman"/>
                <a:cs typeface="Times New Roman"/>
              </a:rPr>
              <a:t>main</a:t>
            </a:r>
            <a:r>
              <a:rPr sz="2000" spc="-10" dirty="0">
                <a:latin typeface="Times New Roman"/>
                <a:cs typeface="Times New Roman"/>
              </a:rPr>
              <a:t> </a:t>
            </a:r>
            <a:r>
              <a:rPr sz="2000" dirty="0">
                <a:latin typeface="Times New Roman"/>
                <a:cs typeface="Times New Roman"/>
              </a:rPr>
              <a:t>features.</a:t>
            </a:r>
            <a:r>
              <a:rPr sz="2000" spc="-95"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spc="-10" dirty="0">
                <a:latin typeface="Times New Roman"/>
                <a:cs typeface="Times New Roman"/>
              </a:rPr>
              <a:t>MapView</a:t>
            </a:r>
            <a:r>
              <a:rPr sz="2000" spc="-20" dirty="0">
                <a:latin typeface="Times New Roman"/>
                <a:cs typeface="Times New Roman"/>
              </a:rPr>
              <a:t> </a:t>
            </a:r>
            <a:r>
              <a:rPr sz="2000" dirty="0">
                <a:latin typeface="Times New Roman"/>
                <a:cs typeface="Times New Roman"/>
              </a:rPr>
              <a:t>allows</a:t>
            </a:r>
            <a:r>
              <a:rPr sz="2000" spc="-35" dirty="0">
                <a:latin typeface="Times New Roman"/>
                <a:cs typeface="Times New Roman"/>
              </a:rPr>
              <a:t> </a:t>
            </a:r>
            <a:r>
              <a:rPr sz="2000" dirty="0">
                <a:latin typeface="Times New Roman"/>
                <a:cs typeface="Times New Roman"/>
              </a:rPr>
              <a:t>users</a:t>
            </a:r>
            <a:r>
              <a:rPr sz="2000" spc="-45" dirty="0">
                <a:latin typeface="Times New Roman"/>
                <a:cs typeface="Times New Roman"/>
              </a:rPr>
              <a:t> </a:t>
            </a:r>
            <a:r>
              <a:rPr sz="2000" dirty="0">
                <a:latin typeface="Times New Roman"/>
                <a:cs typeface="Times New Roman"/>
              </a:rPr>
              <a:t>to</a:t>
            </a:r>
            <a:r>
              <a:rPr sz="2000" spc="-25" dirty="0">
                <a:latin typeface="Times New Roman"/>
                <a:cs typeface="Times New Roman"/>
              </a:rPr>
              <a:t> </a:t>
            </a:r>
            <a:r>
              <a:rPr sz="2000" dirty="0">
                <a:latin typeface="Times New Roman"/>
                <a:cs typeface="Times New Roman"/>
              </a:rPr>
              <a:t>zoom</a:t>
            </a:r>
            <a:r>
              <a:rPr sz="2000" spc="-45" dirty="0">
                <a:latin typeface="Times New Roman"/>
                <a:cs typeface="Times New Roman"/>
              </a:rPr>
              <a:t> </a:t>
            </a:r>
            <a:r>
              <a:rPr sz="2000" spc="-25" dirty="0">
                <a:latin typeface="Times New Roman"/>
                <a:cs typeface="Times New Roman"/>
              </a:rPr>
              <a:t>in </a:t>
            </a:r>
            <a:r>
              <a:rPr sz="2000" dirty="0">
                <a:latin typeface="Times New Roman"/>
                <a:cs typeface="Times New Roman"/>
              </a:rPr>
              <a:t>and</a:t>
            </a:r>
            <a:r>
              <a:rPr sz="2000" spc="-30" dirty="0">
                <a:latin typeface="Times New Roman"/>
                <a:cs typeface="Times New Roman"/>
              </a:rPr>
              <a:t> </a:t>
            </a:r>
            <a:r>
              <a:rPr sz="2000" dirty="0">
                <a:latin typeface="Times New Roman"/>
                <a:cs typeface="Times New Roman"/>
              </a:rPr>
              <a:t>out,</a:t>
            </a:r>
            <a:r>
              <a:rPr sz="2000" spc="-25" dirty="0">
                <a:latin typeface="Times New Roman"/>
                <a:cs typeface="Times New Roman"/>
              </a:rPr>
              <a:t> </a:t>
            </a:r>
            <a:r>
              <a:rPr sz="2000" dirty="0">
                <a:latin typeface="Times New Roman"/>
                <a:cs typeface="Times New Roman"/>
              </a:rPr>
              <a:t>pan</a:t>
            </a:r>
            <a:r>
              <a:rPr sz="2000" spc="-15" dirty="0">
                <a:latin typeface="Times New Roman"/>
                <a:cs typeface="Times New Roman"/>
              </a:rPr>
              <a:t> </a:t>
            </a:r>
            <a:r>
              <a:rPr sz="2000" dirty="0">
                <a:latin typeface="Times New Roman"/>
                <a:cs typeface="Times New Roman"/>
              </a:rPr>
              <a:t>across</a:t>
            </a:r>
            <a:r>
              <a:rPr sz="2000" spc="-25" dirty="0">
                <a:latin typeface="Times New Roman"/>
                <a:cs typeface="Times New Roman"/>
              </a:rPr>
              <a:t> </a:t>
            </a:r>
            <a:r>
              <a:rPr sz="2000" dirty="0">
                <a:latin typeface="Times New Roman"/>
                <a:cs typeface="Times New Roman"/>
              </a:rPr>
              <a:t>the</a:t>
            </a:r>
            <a:r>
              <a:rPr sz="2000" spc="-10" dirty="0">
                <a:latin typeface="Times New Roman"/>
                <a:cs typeface="Times New Roman"/>
              </a:rPr>
              <a:t> </a:t>
            </a:r>
            <a:r>
              <a:rPr sz="2000" dirty="0">
                <a:latin typeface="Times New Roman"/>
                <a:cs typeface="Times New Roman"/>
              </a:rPr>
              <a:t>map,</a:t>
            </a:r>
            <a:r>
              <a:rPr sz="2000" spc="-5" dirty="0">
                <a:latin typeface="Times New Roman"/>
                <a:cs typeface="Times New Roman"/>
              </a:rPr>
              <a:t> </a:t>
            </a:r>
            <a:r>
              <a:rPr sz="2000" dirty="0">
                <a:latin typeface="Times New Roman"/>
                <a:cs typeface="Times New Roman"/>
              </a:rPr>
              <a:t>display</a:t>
            </a:r>
            <a:r>
              <a:rPr sz="2000" spc="-25" dirty="0">
                <a:latin typeface="Times New Roman"/>
                <a:cs typeface="Times New Roman"/>
              </a:rPr>
              <a:t> </a:t>
            </a:r>
            <a:r>
              <a:rPr sz="2000" dirty="0">
                <a:latin typeface="Times New Roman"/>
                <a:cs typeface="Times New Roman"/>
              </a:rPr>
              <a:t>points</a:t>
            </a:r>
            <a:r>
              <a:rPr sz="2000" spc="-35"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use</a:t>
            </a:r>
            <a:r>
              <a:rPr sz="2000" spc="-15" dirty="0">
                <a:latin typeface="Times New Roman"/>
                <a:cs typeface="Times New Roman"/>
              </a:rPr>
              <a:t> </a:t>
            </a:r>
            <a:r>
              <a:rPr sz="2000" dirty="0">
                <a:latin typeface="Times New Roman"/>
                <a:cs typeface="Times New Roman"/>
              </a:rPr>
              <a:t>map</a:t>
            </a:r>
            <a:r>
              <a:rPr sz="2000" spc="5" dirty="0">
                <a:latin typeface="Times New Roman"/>
                <a:cs typeface="Times New Roman"/>
              </a:rPr>
              <a:t> </a:t>
            </a:r>
            <a:r>
              <a:rPr sz="2000" dirty="0">
                <a:latin typeface="Times New Roman"/>
                <a:cs typeface="Times New Roman"/>
              </a:rPr>
              <a:t>data</a:t>
            </a:r>
            <a:r>
              <a:rPr sz="2000" spc="-15" dirty="0">
                <a:latin typeface="Times New Roman"/>
                <a:cs typeface="Times New Roman"/>
              </a:rPr>
              <a:t> </a:t>
            </a:r>
            <a:r>
              <a:rPr sz="2000" spc="-10" dirty="0">
                <a:latin typeface="Times New Roman"/>
                <a:cs typeface="Times New Roman"/>
              </a:rPr>
              <a:t>caching. </a:t>
            </a:r>
            <a:r>
              <a:rPr sz="2000" dirty="0">
                <a:latin typeface="Times New Roman"/>
                <a:cs typeface="Times New Roman"/>
              </a:rPr>
              <a:t>Through</a:t>
            </a:r>
            <a:r>
              <a:rPr sz="2000" spc="-55" dirty="0">
                <a:latin typeface="Times New Roman"/>
                <a:cs typeface="Times New Roman"/>
              </a:rPr>
              <a:t> </a:t>
            </a:r>
            <a:r>
              <a:rPr sz="2000" dirty="0">
                <a:latin typeface="Times New Roman"/>
                <a:cs typeface="Times New Roman"/>
              </a:rPr>
              <a:t>the</a:t>
            </a:r>
            <a:r>
              <a:rPr sz="2000" spc="-25" dirty="0">
                <a:latin typeface="Times New Roman"/>
                <a:cs typeface="Times New Roman"/>
              </a:rPr>
              <a:t> </a:t>
            </a:r>
            <a:r>
              <a:rPr sz="2000" dirty="0">
                <a:latin typeface="Times New Roman"/>
                <a:cs typeface="Times New Roman"/>
              </a:rPr>
              <a:t>menu,</a:t>
            </a:r>
            <a:r>
              <a:rPr sz="2000" spc="-5" dirty="0">
                <a:latin typeface="Times New Roman"/>
                <a:cs typeface="Times New Roman"/>
              </a:rPr>
              <a:t> </a:t>
            </a:r>
            <a:r>
              <a:rPr sz="2000" dirty="0">
                <a:latin typeface="Times New Roman"/>
                <a:cs typeface="Times New Roman"/>
              </a:rPr>
              <a:t>users</a:t>
            </a:r>
            <a:r>
              <a:rPr sz="2000" spc="-30" dirty="0">
                <a:latin typeface="Times New Roman"/>
                <a:cs typeface="Times New Roman"/>
              </a:rPr>
              <a:t> </a:t>
            </a:r>
            <a:r>
              <a:rPr sz="2000" dirty="0">
                <a:latin typeface="Times New Roman"/>
                <a:cs typeface="Times New Roman"/>
              </a:rPr>
              <a:t>can</a:t>
            </a:r>
            <a:r>
              <a:rPr sz="2000" spc="-10" dirty="0">
                <a:latin typeface="Times New Roman"/>
                <a:cs typeface="Times New Roman"/>
              </a:rPr>
              <a:t> </a:t>
            </a:r>
            <a:r>
              <a:rPr sz="2000" dirty="0">
                <a:latin typeface="Times New Roman"/>
                <a:cs typeface="Times New Roman"/>
              </a:rPr>
              <a:t>access</a:t>
            </a:r>
            <a:r>
              <a:rPr sz="2000" spc="-20" dirty="0">
                <a:latin typeface="Times New Roman"/>
                <a:cs typeface="Times New Roman"/>
              </a:rPr>
              <a:t> </a:t>
            </a:r>
            <a:r>
              <a:rPr sz="2000" dirty="0">
                <a:latin typeface="Times New Roman"/>
                <a:cs typeface="Times New Roman"/>
              </a:rPr>
              <a:t>different</a:t>
            </a:r>
            <a:r>
              <a:rPr sz="2000" spc="-50" dirty="0">
                <a:latin typeface="Times New Roman"/>
                <a:cs typeface="Times New Roman"/>
              </a:rPr>
              <a:t> </a:t>
            </a:r>
            <a:r>
              <a:rPr sz="2000" dirty="0">
                <a:latin typeface="Times New Roman"/>
                <a:cs typeface="Times New Roman"/>
              </a:rPr>
              <a:t>functions</a:t>
            </a:r>
            <a:r>
              <a:rPr sz="2000" spc="-60" dirty="0">
                <a:latin typeface="Times New Roman"/>
                <a:cs typeface="Times New Roman"/>
              </a:rPr>
              <a:t> </a:t>
            </a:r>
            <a:r>
              <a:rPr sz="2000" dirty="0">
                <a:latin typeface="Times New Roman"/>
                <a:cs typeface="Times New Roman"/>
              </a:rPr>
              <a:t>such</a:t>
            </a:r>
            <a:r>
              <a:rPr sz="2000" spc="-15" dirty="0">
                <a:latin typeface="Times New Roman"/>
                <a:cs typeface="Times New Roman"/>
              </a:rPr>
              <a:t> </a:t>
            </a:r>
            <a:r>
              <a:rPr sz="2000" dirty="0">
                <a:latin typeface="Times New Roman"/>
                <a:cs typeface="Times New Roman"/>
              </a:rPr>
              <a:t>as </a:t>
            </a:r>
            <a:r>
              <a:rPr sz="2000" spc="-10" dirty="0">
                <a:latin typeface="Times New Roman"/>
                <a:cs typeface="Times New Roman"/>
              </a:rPr>
              <a:t>searching </a:t>
            </a:r>
            <a:r>
              <a:rPr sz="2000" dirty="0">
                <a:latin typeface="Times New Roman"/>
                <a:cs typeface="Times New Roman"/>
              </a:rPr>
              <a:t>for</a:t>
            </a:r>
            <a:r>
              <a:rPr sz="2000" spc="-40" dirty="0">
                <a:latin typeface="Times New Roman"/>
                <a:cs typeface="Times New Roman"/>
              </a:rPr>
              <a:t> </a:t>
            </a:r>
            <a:r>
              <a:rPr sz="2000" dirty="0">
                <a:latin typeface="Times New Roman"/>
                <a:cs typeface="Times New Roman"/>
              </a:rPr>
              <a:t>a place,</a:t>
            </a:r>
            <a:r>
              <a:rPr sz="2000" spc="-25" dirty="0">
                <a:latin typeface="Times New Roman"/>
                <a:cs typeface="Times New Roman"/>
              </a:rPr>
              <a:t> </a:t>
            </a:r>
            <a:r>
              <a:rPr sz="2000" dirty="0">
                <a:latin typeface="Times New Roman"/>
                <a:cs typeface="Times New Roman"/>
              </a:rPr>
              <a:t>inserting</a:t>
            </a:r>
            <a:r>
              <a:rPr sz="2000" spc="-40" dirty="0">
                <a:latin typeface="Times New Roman"/>
                <a:cs typeface="Times New Roman"/>
              </a:rPr>
              <a:t> </a:t>
            </a:r>
            <a:r>
              <a:rPr sz="2000" dirty="0">
                <a:latin typeface="Times New Roman"/>
                <a:cs typeface="Times New Roman"/>
              </a:rPr>
              <a:t>a point,</a:t>
            </a:r>
            <a:r>
              <a:rPr sz="2000" spc="-35" dirty="0">
                <a:latin typeface="Times New Roman"/>
                <a:cs typeface="Times New Roman"/>
              </a:rPr>
              <a:t> </a:t>
            </a:r>
            <a:r>
              <a:rPr sz="2000" dirty="0">
                <a:latin typeface="Times New Roman"/>
                <a:cs typeface="Times New Roman"/>
              </a:rPr>
              <a:t>finding</a:t>
            </a:r>
            <a:r>
              <a:rPr sz="2000" spc="-40" dirty="0">
                <a:latin typeface="Times New Roman"/>
                <a:cs typeface="Times New Roman"/>
              </a:rPr>
              <a:t> </a:t>
            </a:r>
            <a:r>
              <a:rPr sz="2000" dirty="0">
                <a:latin typeface="Times New Roman"/>
                <a:cs typeface="Times New Roman"/>
              </a:rPr>
              <a:t>nearby</a:t>
            </a:r>
            <a:r>
              <a:rPr sz="2000" spc="-20" dirty="0">
                <a:latin typeface="Times New Roman"/>
                <a:cs typeface="Times New Roman"/>
              </a:rPr>
              <a:t> </a:t>
            </a:r>
            <a:r>
              <a:rPr sz="2000" dirty="0">
                <a:latin typeface="Times New Roman"/>
                <a:cs typeface="Times New Roman"/>
              </a:rPr>
              <a:t>spots,</a:t>
            </a:r>
            <a:r>
              <a:rPr sz="2000" spc="-30" dirty="0">
                <a:latin typeface="Times New Roman"/>
                <a:cs typeface="Times New Roman"/>
              </a:rPr>
              <a:t> </a:t>
            </a:r>
            <a:r>
              <a:rPr sz="2000" dirty="0">
                <a:latin typeface="Times New Roman"/>
                <a:cs typeface="Times New Roman"/>
              </a:rPr>
              <a:t>getting</a:t>
            </a:r>
            <a:r>
              <a:rPr sz="2000" spc="-25" dirty="0">
                <a:latin typeface="Times New Roman"/>
                <a:cs typeface="Times New Roman"/>
              </a:rPr>
              <a:t> </a:t>
            </a:r>
            <a:r>
              <a:rPr sz="2000" dirty="0">
                <a:latin typeface="Times New Roman"/>
                <a:cs typeface="Times New Roman"/>
              </a:rPr>
              <a:t>routes,</a:t>
            </a:r>
            <a:r>
              <a:rPr sz="2000" spc="-40" dirty="0">
                <a:latin typeface="Times New Roman"/>
                <a:cs typeface="Times New Roman"/>
              </a:rPr>
              <a:t> </a:t>
            </a:r>
            <a:r>
              <a:rPr sz="2000" spc="-25" dirty="0">
                <a:latin typeface="Times New Roman"/>
                <a:cs typeface="Times New Roman"/>
              </a:rPr>
              <a:t>and </a:t>
            </a:r>
            <a:r>
              <a:rPr sz="2000" dirty="0">
                <a:latin typeface="Times New Roman"/>
                <a:cs typeface="Times New Roman"/>
              </a:rPr>
              <a:t>checking</a:t>
            </a:r>
            <a:r>
              <a:rPr sz="2000" spc="-45" dirty="0">
                <a:latin typeface="Times New Roman"/>
                <a:cs typeface="Times New Roman"/>
              </a:rPr>
              <a:t> </a:t>
            </a:r>
            <a:r>
              <a:rPr sz="2000" dirty="0">
                <a:latin typeface="Times New Roman"/>
                <a:cs typeface="Times New Roman"/>
              </a:rPr>
              <a:t>their</a:t>
            </a:r>
            <a:r>
              <a:rPr sz="2000" spc="-25" dirty="0">
                <a:latin typeface="Times New Roman"/>
                <a:cs typeface="Times New Roman"/>
              </a:rPr>
              <a:t> </a:t>
            </a:r>
            <a:r>
              <a:rPr sz="2000" dirty="0">
                <a:latin typeface="Times New Roman"/>
                <a:cs typeface="Times New Roman"/>
              </a:rPr>
              <a:t>current</a:t>
            </a:r>
            <a:r>
              <a:rPr sz="2000" spc="-50" dirty="0">
                <a:latin typeface="Times New Roman"/>
                <a:cs typeface="Times New Roman"/>
              </a:rPr>
              <a:t> </a:t>
            </a:r>
            <a:r>
              <a:rPr sz="2000" dirty="0">
                <a:latin typeface="Times New Roman"/>
                <a:cs typeface="Times New Roman"/>
              </a:rPr>
              <a:t>location.Overall,</a:t>
            </a:r>
            <a:r>
              <a:rPr sz="2000" spc="-60" dirty="0">
                <a:latin typeface="Times New Roman"/>
                <a:cs typeface="Times New Roman"/>
              </a:rPr>
              <a:t> </a:t>
            </a:r>
            <a:r>
              <a:rPr sz="2000" dirty="0">
                <a:latin typeface="Times New Roman"/>
                <a:cs typeface="Times New Roman"/>
              </a:rPr>
              <a:t>the</a:t>
            </a:r>
            <a:r>
              <a:rPr sz="2000" spc="-20" dirty="0">
                <a:latin typeface="Times New Roman"/>
                <a:cs typeface="Times New Roman"/>
              </a:rPr>
              <a:t> </a:t>
            </a:r>
            <a:r>
              <a:rPr sz="2000" dirty="0">
                <a:latin typeface="Times New Roman"/>
                <a:cs typeface="Times New Roman"/>
              </a:rPr>
              <a:t>diagram</a:t>
            </a:r>
            <a:r>
              <a:rPr sz="2000" spc="-30" dirty="0">
                <a:latin typeface="Times New Roman"/>
                <a:cs typeface="Times New Roman"/>
              </a:rPr>
              <a:t> </a:t>
            </a:r>
            <a:r>
              <a:rPr sz="2000" dirty="0">
                <a:latin typeface="Times New Roman"/>
                <a:cs typeface="Times New Roman"/>
              </a:rPr>
              <a:t>shows</a:t>
            </a:r>
            <a:r>
              <a:rPr sz="2000" spc="-35" dirty="0">
                <a:latin typeface="Times New Roman"/>
                <a:cs typeface="Times New Roman"/>
              </a:rPr>
              <a:t> </a:t>
            </a:r>
            <a:r>
              <a:rPr sz="2000" dirty="0">
                <a:latin typeface="Times New Roman"/>
                <a:cs typeface="Times New Roman"/>
              </a:rPr>
              <a:t>how</a:t>
            </a:r>
            <a:r>
              <a:rPr sz="2000" spc="-20" dirty="0">
                <a:latin typeface="Times New Roman"/>
                <a:cs typeface="Times New Roman"/>
              </a:rPr>
              <a:t> </a:t>
            </a:r>
            <a:r>
              <a:rPr sz="2000" spc="-10" dirty="0">
                <a:latin typeface="Times New Roman"/>
                <a:cs typeface="Times New Roman"/>
              </a:rPr>
              <a:t>different </a:t>
            </a:r>
            <a:r>
              <a:rPr sz="2000" dirty="0">
                <a:latin typeface="Times New Roman"/>
                <a:cs typeface="Times New Roman"/>
              </a:rPr>
              <a:t>map</a:t>
            </a:r>
            <a:r>
              <a:rPr sz="2000" spc="-5" dirty="0">
                <a:latin typeface="Times New Roman"/>
                <a:cs typeface="Times New Roman"/>
              </a:rPr>
              <a:t> </a:t>
            </a:r>
            <a:r>
              <a:rPr sz="2000" dirty="0">
                <a:latin typeface="Times New Roman"/>
                <a:cs typeface="Times New Roman"/>
              </a:rPr>
              <a:t>functions</a:t>
            </a:r>
            <a:r>
              <a:rPr sz="2000" spc="-45" dirty="0">
                <a:latin typeface="Times New Roman"/>
                <a:cs typeface="Times New Roman"/>
              </a:rPr>
              <a:t> </a:t>
            </a:r>
            <a:r>
              <a:rPr sz="2000" dirty="0">
                <a:latin typeface="Times New Roman"/>
                <a:cs typeface="Times New Roman"/>
              </a:rPr>
              <a:t>and</a:t>
            </a:r>
            <a:r>
              <a:rPr sz="2000" spc="-15" dirty="0">
                <a:latin typeface="Times New Roman"/>
                <a:cs typeface="Times New Roman"/>
              </a:rPr>
              <a:t> </a:t>
            </a:r>
            <a:r>
              <a:rPr sz="2000" dirty="0">
                <a:latin typeface="Times New Roman"/>
                <a:cs typeface="Times New Roman"/>
              </a:rPr>
              <a:t>menu options</a:t>
            </a:r>
            <a:r>
              <a:rPr sz="2000" spc="-35" dirty="0">
                <a:latin typeface="Times New Roman"/>
                <a:cs typeface="Times New Roman"/>
              </a:rPr>
              <a:t> </a:t>
            </a:r>
            <a:r>
              <a:rPr sz="2000" dirty="0">
                <a:latin typeface="Times New Roman"/>
                <a:cs typeface="Times New Roman"/>
              </a:rPr>
              <a:t>are</a:t>
            </a:r>
            <a:r>
              <a:rPr sz="2000" spc="-20" dirty="0">
                <a:latin typeface="Times New Roman"/>
                <a:cs typeface="Times New Roman"/>
              </a:rPr>
              <a:t> </a:t>
            </a:r>
            <a:r>
              <a:rPr sz="2000" dirty="0">
                <a:latin typeface="Times New Roman"/>
                <a:cs typeface="Times New Roman"/>
              </a:rPr>
              <a:t>linked</a:t>
            </a:r>
            <a:r>
              <a:rPr sz="2000" spc="-15" dirty="0">
                <a:latin typeface="Times New Roman"/>
                <a:cs typeface="Times New Roman"/>
              </a:rPr>
              <a:t> </a:t>
            </a:r>
            <a:r>
              <a:rPr sz="2000" dirty="0">
                <a:latin typeface="Times New Roman"/>
                <a:cs typeface="Times New Roman"/>
              </a:rPr>
              <a:t>together</a:t>
            </a:r>
            <a:r>
              <a:rPr sz="2000" spc="-40" dirty="0">
                <a:latin typeface="Times New Roman"/>
                <a:cs typeface="Times New Roman"/>
              </a:rPr>
              <a:t> </a:t>
            </a:r>
            <a:r>
              <a:rPr sz="2000" dirty="0">
                <a:latin typeface="Times New Roman"/>
                <a:cs typeface="Times New Roman"/>
              </a:rPr>
              <a:t>to</a:t>
            </a:r>
            <a:r>
              <a:rPr sz="2000" spc="-10" dirty="0">
                <a:latin typeface="Times New Roman"/>
                <a:cs typeface="Times New Roman"/>
              </a:rPr>
              <a:t> </a:t>
            </a:r>
            <a:r>
              <a:rPr sz="2000" dirty="0">
                <a:latin typeface="Times New Roman"/>
                <a:cs typeface="Times New Roman"/>
              </a:rPr>
              <a:t>provide</a:t>
            </a:r>
            <a:r>
              <a:rPr sz="2000" spc="-50" dirty="0">
                <a:latin typeface="Times New Roman"/>
                <a:cs typeface="Times New Roman"/>
              </a:rPr>
              <a:t> </a:t>
            </a:r>
            <a:r>
              <a:rPr sz="2000" dirty="0">
                <a:latin typeface="Times New Roman"/>
                <a:cs typeface="Times New Roman"/>
              </a:rPr>
              <a:t>an </a:t>
            </a:r>
            <a:r>
              <a:rPr sz="2000" spc="-10" dirty="0">
                <a:latin typeface="Times New Roman"/>
                <a:cs typeface="Times New Roman"/>
              </a:rPr>
              <a:t>efficient </a:t>
            </a:r>
            <a:r>
              <a:rPr sz="2000" dirty="0">
                <a:latin typeface="Times New Roman"/>
                <a:cs typeface="Times New Roman"/>
              </a:rPr>
              <a:t>and</a:t>
            </a:r>
            <a:r>
              <a:rPr sz="2000" spc="-30" dirty="0">
                <a:latin typeface="Times New Roman"/>
                <a:cs typeface="Times New Roman"/>
              </a:rPr>
              <a:t> </a:t>
            </a:r>
            <a:r>
              <a:rPr sz="2000" spc="-10" dirty="0">
                <a:latin typeface="Times New Roman"/>
                <a:cs typeface="Times New Roman"/>
              </a:rPr>
              <a:t>user-</a:t>
            </a:r>
            <a:r>
              <a:rPr sz="2000" dirty="0">
                <a:latin typeface="Times New Roman"/>
                <a:cs typeface="Times New Roman"/>
              </a:rPr>
              <a:t>friendly</a:t>
            </a:r>
            <a:r>
              <a:rPr sz="2000" spc="-55" dirty="0">
                <a:latin typeface="Times New Roman"/>
                <a:cs typeface="Times New Roman"/>
              </a:rPr>
              <a:t> </a:t>
            </a:r>
            <a:r>
              <a:rPr sz="2000" dirty="0">
                <a:latin typeface="Times New Roman"/>
                <a:cs typeface="Times New Roman"/>
              </a:rPr>
              <a:t>mapping</a:t>
            </a:r>
            <a:r>
              <a:rPr sz="2000" spc="-20" dirty="0">
                <a:latin typeface="Times New Roman"/>
                <a:cs typeface="Times New Roman"/>
              </a:rPr>
              <a:t> </a:t>
            </a:r>
            <a:r>
              <a:rPr sz="2000" spc="-10" dirty="0">
                <a:latin typeface="Times New Roman"/>
                <a:cs typeface="Times New Roman"/>
              </a:rPr>
              <a:t>experience.</a:t>
            </a:r>
            <a:endParaRPr sz="200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57200" y="114300"/>
            <a:ext cx="8229600" cy="742950"/>
          </a:xfrm>
          <a:custGeom>
            <a:avLst/>
            <a:gdLst/>
            <a:ahLst/>
            <a:cxnLst/>
            <a:rect l="l" t="t" r="r" b="b"/>
            <a:pathLst>
              <a:path w="8229600" h="742950">
                <a:moveTo>
                  <a:pt x="8229600" y="0"/>
                </a:moveTo>
                <a:lnTo>
                  <a:pt x="0" y="0"/>
                </a:lnTo>
                <a:lnTo>
                  <a:pt x="0" y="742950"/>
                </a:lnTo>
                <a:lnTo>
                  <a:pt x="8229600" y="742950"/>
                </a:lnTo>
                <a:lnTo>
                  <a:pt x="8229600" y="0"/>
                </a:lnTo>
                <a:close/>
              </a:path>
            </a:pathLst>
          </a:custGeom>
          <a:solidFill>
            <a:schemeClr val="accent5">
              <a:lumMod val="75000"/>
            </a:schemeClr>
          </a:solidFill>
        </p:spPr>
        <p:txBody>
          <a:bodyPr wrap="square" lIns="0" tIns="0" rIns="0" bIns="0" rtlCol="0"/>
          <a:lstStyle/>
          <a:p>
            <a:endParaRPr/>
          </a:p>
        </p:txBody>
      </p:sp>
      <p:sp>
        <p:nvSpPr>
          <p:cNvPr id="3" name="object 3"/>
          <p:cNvSpPr txBox="1">
            <a:spLocks noGrp="1"/>
          </p:cNvSpPr>
          <p:nvPr>
            <p:ph type="title"/>
          </p:nvPr>
        </p:nvSpPr>
        <p:spPr>
          <a:prstGeom prst="rect">
            <a:avLst/>
          </a:prstGeom>
          <a:solidFill>
            <a:schemeClr val="accent5">
              <a:lumMod val="75000"/>
            </a:schemeClr>
          </a:solidFill>
        </p:spPr>
        <p:txBody>
          <a:bodyPr vert="horz" wrap="square" lIns="0" tIns="138303" rIns="0" bIns="0" rtlCol="0">
            <a:spAutoFit/>
          </a:bodyPr>
          <a:lstStyle/>
          <a:p>
            <a:pPr marL="1270" algn="ctr">
              <a:lnSpc>
                <a:spcPct val="100000"/>
              </a:lnSpc>
              <a:spcBef>
                <a:spcPts val="105"/>
              </a:spcBef>
            </a:pPr>
            <a:r>
              <a:rPr sz="3200"/>
              <a:t>List</a:t>
            </a:r>
            <a:r>
              <a:rPr sz="3200" spc="-15"/>
              <a:t> </a:t>
            </a:r>
            <a:r>
              <a:rPr sz="3200"/>
              <a:t>of</a:t>
            </a:r>
            <a:r>
              <a:rPr sz="3200" spc="10"/>
              <a:t> </a:t>
            </a:r>
            <a:r>
              <a:rPr sz="3200" spc="-10"/>
              <a:t>Modules</a:t>
            </a:r>
            <a:endParaRPr sz="3200"/>
          </a:p>
        </p:txBody>
      </p:sp>
      <p:sp>
        <p:nvSpPr>
          <p:cNvPr id="5" name="object 5"/>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pPr marL="38100">
                <a:lnSpc>
                  <a:spcPct val="100000"/>
                </a:lnSpc>
                <a:spcBef>
                  <a:spcPts val="5"/>
                </a:spcBef>
              </a:pPr>
              <a:t>9</a:t>
            </a:fld>
            <a:endParaRPr spc="-25" dirty="0"/>
          </a:p>
        </p:txBody>
      </p:sp>
      <p:sp>
        <p:nvSpPr>
          <p:cNvPr id="6" name="object 6"/>
          <p:cNvSpPr txBox="1">
            <a:spLocks noGrp="1"/>
          </p:cNvSpPr>
          <p:nvPr>
            <p:ph type="ftr" sz="quarter" idx="5"/>
          </p:nvPr>
        </p:nvSpPr>
        <p:spPr>
          <a:xfrm>
            <a:off x="2091308" y="4806620"/>
            <a:ext cx="4838954" cy="179536"/>
          </a:xfrm>
          <a:prstGeom prst="rect">
            <a:avLst/>
          </a:prstGeom>
        </p:spPr>
        <p:txBody>
          <a:bodyPr vert="horz" wrap="square" lIns="0" tIns="0" rIns="0" bIns="0" rtlCol="0">
            <a:spAutoFit/>
          </a:bodyPr>
          <a:lstStyle/>
          <a:p>
            <a:pPr marL="1034415">
              <a:lnSpc>
                <a:spcPts val="1410"/>
              </a:lnSpc>
            </a:pPr>
            <a:r>
              <a:t>EGB1201</a:t>
            </a:r>
            <a:r>
              <a:rPr spc="-45"/>
              <a:t> </a:t>
            </a:r>
            <a:r>
              <a:t>–</a:t>
            </a:r>
            <a:r>
              <a:rPr spc="-20"/>
              <a:t> </a:t>
            </a:r>
            <a:r>
              <a:rPr spc="-85"/>
              <a:t>JAVA</a:t>
            </a:r>
            <a:r>
              <a:rPr spc="-90"/>
              <a:t> </a:t>
            </a:r>
            <a:r>
              <a:t>PROGRAMMING</a:t>
            </a:r>
            <a:r>
              <a:rPr spc="-35"/>
              <a:t> </a:t>
            </a:r>
            <a:r>
              <a:t>–PROJECT</a:t>
            </a:r>
            <a:r>
              <a:rPr spc="-70"/>
              <a:t> </a:t>
            </a:r>
            <a:r>
              <a:t>REVIEW</a:t>
            </a:r>
            <a:r>
              <a:rPr spc="-5"/>
              <a:t> </a:t>
            </a:r>
            <a:r>
              <a:rPr lang="en-US" spc="-50"/>
              <a:t>2</a:t>
            </a:r>
            <a:endParaRPr spc="-50" dirty="0"/>
          </a:p>
        </p:txBody>
      </p:sp>
      <p:sp>
        <p:nvSpPr>
          <p:cNvPr id="4" name="object 4"/>
          <p:cNvSpPr txBox="1"/>
          <p:nvPr/>
        </p:nvSpPr>
        <p:spPr>
          <a:xfrm>
            <a:off x="535940" y="859885"/>
            <a:ext cx="6169660" cy="1921039"/>
          </a:xfrm>
          <a:prstGeom prst="rect">
            <a:avLst/>
          </a:prstGeom>
        </p:spPr>
        <p:txBody>
          <a:bodyPr vert="horz" wrap="square" lIns="0" tIns="88900" rIns="0" bIns="0" rtlCol="0">
            <a:spAutoFit/>
          </a:bodyPr>
          <a:lstStyle/>
          <a:p>
            <a:pPr marL="12700">
              <a:lnSpc>
                <a:spcPct val="100000"/>
              </a:lnSpc>
              <a:spcBef>
                <a:spcPts val="700"/>
              </a:spcBef>
              <a:tabLst>
                <a:tab pos="286385" algn="l"/>
              </a:tabLst>
            </a:pPr>
            <a:r>
              <a:rPr sz="1950" spc="1595" dirty="0">
                <a:solidFill>
                  <a:srgbClr val="717BA2"/>
                </a:solidFill>
                <a:latin typeface="Microsoft Sans Serif"/>
                <a:cs typeface="Microsoft Sans Serif"/>
              </a:rPr>
              <a:t>🞂</a:t>
            </a:r>
            <a:r>
              <a:rPr sz="1950" dirty="0">
                <a:solidFill>
                  <a:srgbClr val="717BA2"/>
                </a:solidFill>
                <a:latin typeface="Microsoft Sans Serif"/>
                <a:cs typeface="Microsoft Sans Serif"/>
              </a:rPr>
              <a:t>​</a:t>
            </a:r>
            <a:r>
              <a:rPr sz="2600" spc="-5" dirty="0">
                <a:latin typeface="Times New Roman"/>
                <a:cs typeface="Times New Roman"/>
              </a:rPr>
              <a:t>Location</a:t>
            </a:r>
            <a:r>
              <a:rPr sz="2600" spc="-30" dirty="0">
                <a:latin typeface="Times New Roman"/>
                <a:cs typeface="Times New Roman"/>
              </a:rPr>
              <a:t> </a:t>
            </a:r>
            <a:r>
              <a:rPr sz="2600" dirty="0">
                <a:latin typeface="Times New Roman"/>
                <a:cs typeface="Times New Roman"/>
              </a:rPr>
              <a:t>and</a:t>
            </a:r>
            <a:r>
              <a:rPr sz="2600" spc="-10" dirty="0">
                <a:latin typeface="Times New Roman"/>
                <a:cs typeface="Times New Roman"/>
              </a:rPr>
              <a:t> </a:t>
            </a:r>
            <a:r>
              <a:rPr sz="2600" spc="-5" dirty="0">
                <a:latin typeface="Times New Roman"/>
                <a:cs typeface="Times New Roman"/>
              </a:rPr>
              <a:t>GPS</a:t>
            </a:r>
            <a:r>
              <a:rPr sz="2600" spc="-10" dirty="0">
                <a:latin typeface="Times New Roman"/>
                <a:cs typeface="Times New Roman"/>
              </a:rPr>
              <a:t> </a:t>
            </a:r>
            <a:r>
              <a:rPr sz="2600" spc="-15" dirty="0">
                <a:latin typeface="Times New Roman"/>
                <a:cs typeface="Times New Roman"/>
              </a:rPr>
              <a:t>m</a:t>
            </a:r>
            <a:r>
              <a:rPr sz="2600" dirty="0">
                <a:latin typeface="Times New Roman"/>
                <a:cs typeface="Times New Roman"/>
              </a:rPr>
              <a:t>o</a:t>
            </a:r>
            <a:r>
              <a:rPr sz="2600" spc="10" dirty="0">
                <a:latin typeface="Times New Roman"/>
                <a:cs typeface="Times New Roman"/>
              </a:rPr>
              <a:t>d</a:t>
            </a:r>
            <a:r>
              <a:rPr sz="2600" dirty="0">
                <a:latin typeface="Times New Roman"/>
                <a:cs typeface="Times New Roman"/>
              </a:rPr>
              <a:t>ule</a:t>
            </a:r>
          </a:p>
          <a:p>
            <a:pPr marL="12700">
              <a:lnSpc>
                <a:spcPct val="100000"/>
              </a:lnSpc>
              <a:spcBef>
                <a:spcPts val="600"/>
              </a:spcBef>
              <a:tabLst>
                <a:tab pos="286385" algn="l"/>
              </a:tabLst>
            </a:pPr>
            <a:r>
              <a:rPr sz="1950" spc="1595" dirty="0">
                <a:solidFill>
                  <a:srgbClr val="717BA2"/>
                </a:solidFill>
                <a:latin typeface="Microsoft Sans Serif"/>
                <a:cs typeface="Microsoft Sans Serif"/>
              </a:rPr>
              <a:t>🞂</a:t>
            </a:r>
            <a:r>
              <a:rPr sz="1950" dirty="0">
                <a:solidFill>
                  <a:srgbClr val="717BA2"/>
                </a:solidFill>
                <a:latin typeface="Microsoft Sans Serif"/>
                <a:cs typeface="Microsoft Sans Serif"/>
              </a:rPr>
              <a:t>​</a:t>
            </a:r>
            <a:r>
              <a:rPr sz="2600" dirty="0">
                <a:latin typeface="Times New Roman"/>
                <a:cs typeface="Times New Roman"/>
              </a:rPr>
              <a:t>Map</a:t>
            </a:r>
            <a:r>
              <a:rPr sz="2600" spc="-30" dirty="0">
                <a:latin typeface="Times New Roman"/>
                <a:cs typeface="Times New Roman"/>
              </a:rPr>
              <a:t> </a:t>
            </a:r>
            <a:r>
              <a:rPr sz="2600" dirty="0">
                <a:latin typeface="Times New Roman"/>
                <a:cs typeface="Times New Roman"/>
              </a:rPr>
              <a:t>data</a:t>
            </a:r>
            <a:r>
              <a:rPr sz="2600" spc="-10" dirty="0">
                <a:latin typeface="Times New Roman"/>
                <a:cs typeface="Times New Roman"/>
              </a:rPr>
              <a:t> </a:t>
            </a:r>
            <a:r>
              <a:rPr sz="2600" spc="-20" dirty="0">
                <a:latin typeface="Times New Roman"/>
                <a:cs typeface="Times New Roman"/>
              </a:rPr>
              <a:t>m</a:t>
            </a:r>
            <a:r>
              <a:rPr sz="2600" dirty="0">
                <a:latin typeface="Times New Roman"/>
                <a:cs typeface="Times New Roman"/>
              </a:rPr>
              <a:t>anage</a:t>
            </a:r>
            <a:r>
              <a:rPr sz="2600" spc="-20" dirty="0">
                <a:latin typeface="Times New Roman"/>
                <a:cs typeface="Times New Roman"/>
              </a:rPr>
              <a:t>m</a:t>
            </a:r>
            <a:r>
              <a:rPr sz="2600" dirty="0">
                <a:latin typeface="Times New Roman"/>
                <a:cs typeface="Times New Roman"/>
              </a:rPr>
              <a:t>ent</a:t>
            </a:r>
            <a:r>
              <a:rPr lang="en-US" sz="2600" spc="-20" dirty="0">
                <a:latin typeface="Times New Roman"/>
                <a:cs typeface="Times New Roman"/>
              </a:rPr>
              <a:t> </a:t>
            </a:r>
            <a:r>
              <a:rPr sz="2600" spc="-15" dirty="0">
                <a:latin typeface="Times New Roman"/>
                <a:cs typeface="Times New Roman"/>
              </a:rPr>
              <a:t>m</a:t>
            </a:r>
            <a:r>
              <a:rPr sz="2600" dirty="0">
                <a:latin typeface="Times New Roman"/>
                <a:cs typeface="Times New Roman"/>
              </a:rPr>
              <a:t>o</a:t>
            </a:r>
            <a:r>
              <a:rPr sz="2600" spc="5" dirty="0">
                <a:latin typeface="Times New Roman"/>
                <a:cs typeface="Times New Roman"/>
              </a:rPr>
              <a:t>d</a:t>
            </a:r>
            <a:r>
              <a:rPr sz="2600" dirty="0">
                <a:latin typeface="Times New Roman"/>
                <a:cs typeface="Times New Roman"/>
              </a:rPr>
              <a:t>ule</a:t>
            </a:r>
          </a:p>
          <a:p>
            <a:pPr marL="12700">
              <a:lnSpc>
                <a:spcPct val="100000"/>
              </a:lnSpc>
              <a:spcBef>
                <a:spcPts val="600"/>
              </a:spcBef>
              <a:tabLst>
                <a:tab pos="286385" algn="l"/>
              </a:tabLst>
            </a:pPr>
            <a:r>
              <a:rPr sz="1950" spc="1595" dirty="0">
                <a:solidFill>
                  <a:srgbClr val="717BA2"/>
                </a:solidFill>
                <a:latin typeface="Microsoft Sans Serif"/>
                <a:cs typeface="Microsoft Sans Serif"/>
              </a:rPr>
              <a:t>🞂</a:t>
            </a:r>
            <a:r>
              <a:rPr sz="1950" dirty="0">
                <a:solidFill>
                  <a:srgbClr val="717BA2"/>
                </a:solidFill>
                <a:latin typeface="Microsoft Sans Serif"/>
                <a:cs typeface="Microsoft Sans Serif"/>
              </a:rPr>
              <a:t>​</a:t>
            </a:r>
            <a:r>
              <a:rPr sz="2600" dirty="0">
                <a:latin typeface="Times New Roman"/>
                <a:cs typeface="Times New Roman"/>
              </a:rPr>
              <a:t>R</a:t>
            </a:r>
            <a:r>
              <a:rPr sz="2600" spc="5" dirty="0">
                <a:latin typeface="Times New Roman"/>
                <a:cs typeface="Times New Roman"/>
              </a:rPr>
              <a:t>o</a:t>
            </a:r>
            <a:r>
              <a:rPr sz="2600" dirty="0">
                <a:latin typeface="Times New Roman"/>
                <a:cs typeface="Times New Roman"/>
              </a:rPr>
              <a:t>ute</a:t>
            </a:r>
            <a:r>
              <a:rPr sz="2600" spc="-30" dirty="0">
                <a:latin typeface="Times New Roman"/>
                <a:cs typeface="Times New Roman"/>
              </a:rPr>
              <a:t> </a:t>
            </a:r>
            <a:r>
              <a:rPr sz="2600" dirty="0">
                <a:latin typeface="Times New Roman"/>
                <a:cs typeface="Times New Roman"/>
              </a:rPr>
              <a:t>plan</a:t>
            </a:r>
            <a:r>
              <a:rPr sz="2600" spc="5" dirty="0">
                <a:latin typeface="Times New Roman"/>
                <a:cs typeface="Times New Roman"/>
              </a:rPr>
              <a:t>n</a:t>
            </a:r>
            <a:r>
              <a:rPr sz="2600" dirty="0">
                <a:latin typeface="Times New Roman"/>
                <a:cs typeface="Times New Roman"/>
              </a:rPr>
              <a:t>ing</a:t>
            </a:r>
            <a:r>
              <a:rPr sz="2600" spc="-35" dirty="0">
                <a:latin typeface="Times New Roman"/>
                <a:cs typeface="Times New Roman"/>
              </a:rPr>
              <a:t> </a:t>
            </a:r>
            <a:r>
              <a:rPr sz="2600" spc="-15" dirty="0">
                <a:latin typeface="Times New Roman"/>
                <a:cs typeface="Times New Roman"/>
              </a:rPr>
              <a:t>m</a:t>
            </a:r>
            <a:r>
              <a:rPr sz="2600" dirty="0">
                <a:latin typeface="Times New Roman"/>
                <a:cs typeface="Times New Roman"/>
              </a:rPr>
              <a:t>o</a:t>
            </a:r>
            <a:r>
              <a:rPr sz="2600" spc="10" dirty="0">
                <a:latin typeface="Times New Roman"/>
                <a:cs typeface="Times New Roman"/>
              </a:rPr>
              <a:t>d</a:t>
            </a:r>
            <a:r>
              <a:rPr sz="2600" dirty="0">
                <a:latin typeface="Times New Roman"/>
                <a:cs typeface="Times New Roman"/>
              </a:rPr>
              <a:t>ule</a:t>
            </a:r>
          </a:p>
          <a:p>
            <a:pPr marL="12700">
              <a:lnSpc>
                <a:spcPct val="100000"/>
              </a:lnSpc>
              <a:spcBef>
                <a:spcPts val="600"/>
              </a:spcBef>
              <a:tabLst>
                <a:tab pos="286385" algn="l"/>
              </a:tabLst>
            </a:pPr>
            <a:r>
              <a:rPr sz="1950" spc="1595" dirty="0">
                <a:solidFill>
                  <a:srgbClr val="717BA2"/>
                </a:solidFill>
                <a:latin typeface="Microsoft Sans Serif"/>
                <a:cs typeface="Microsoft Sans Serif"/>
              </a:rPr>
              <a:t>🞂</a:t>
            </a:r>
            <a:r>
              <a:rPr sz="1950" dirty="0">
                <a:solidFill>
                  <a:srgbClr val="717BA2"/>
                </a:solidFill>
                <a:latin typeface="Microsoft Sans Serif"/>
                <a:cs typeface="Microsoft Sans Serif"/>
              </a:rPr>
              <a:t>​</a:t>
            </a:r>
            <a:r>
              <a:rPr sz="2600" dirty="0">
                <a:latin typeface="Times New Roman"/>
                <a:cs typeface="Times New Roman"/>
              </a:rPr>
              <a:t>Navi</a:t>
            </a:r>
            <a:r>
              <a:rPr sz="2600" spc="5" dirty="0">
                <a:latin typeface="Times New Roman"/>
                <a:cs typeface="Times New Roman"/>
              </a:rPr>
              <a:t>g</a:t>
            </a:r>
            <a:r>
              <a:rPr sz="2600" dirty="0">
                <a:latin typeface="Times New Roman"/>
                <a:cs typeface="Times New Roman"/>
              </a:rPr>
              <a:t>a</a:t>
            </a:r>
            <a:r>
              <a:rPr sz="2600" spc="-10" dirty="0">
                <a:latin typeface="Times New Roman"/>
                <a:cs typeface="Times New Roman"/>
              </a:rPr>
              <a:t>t</a:t>
            </a:r>
            <a:r>
              <a:rPr sz="2600" dirty="0">
                <a:latin typeface="Times New Roman"/>
                <a:cs typeface="Times New Roman"/>
              </a:rPr>
              <a:t>ion</a:t>
            </a:r>
            <a:r>
              <a:rPr sz="2600" spc="-35" dirty="0">
                <a:latin typeface="Times New Roman"/>
                <a:cs typeface="Times New Roman"/>
              </a:rPr>
              <a:t> </a:t>
            </a:r>
            <a:r>
              <a:rPr sz="2600" dirty="0">
                <a:latin typeface="Times New Roman"/>
                <a:cs typeface="Times New Roman"/>
              </a:rPr>
              <a:t>g</a:t>
            </a:r>
            <a:r>
              <a:rPr sz="2600" spc="10" dirty="0">
                <a:latin typeface="Times New Roman"/>
                <a:cs typeface="Times New Roman"/>
              </a:rPr>
              <a:t>u</a:t>
            </a:r>
            <a:r>
              <a:rPr sz="2600" dirty="0">
                <a:latin typeface="Times New Roman"/>
                <a:cs typeface="Times New Roman"/>
              </a:rPr>
              <a:t>idance</a:t>
            </a:r>
            <a:r>
              <a:rPr sz="2600" spc="-45" dirty="0">
                <a:latin typeface="Times New Roman"/>
                <a:cs typeface="Times New Roman"/>
              </a:rPr>
              <a:t> </a:t>
            </a:r>
            <a:r>
              <a:rPr sz="2600" spc="-15" dirty="0">
                <a:latin typeface="Times New Roman"/>
                <a:cs typeface="Times New Roman"/>
              </a:rPr>
              <a:t>m</a:t>
            </a:r>
            <a:r>
              <a:rPr sz="2600" dirty="0">
                <a:latin typeface="Times New Roman"/>
                <a:cs typeface="Times New Roman"/>
              </a:rPr>
              <a:t>o</a:t>
            </a:r>
            <a:r>
              <a:rPr sz="2600" spc="10" dirty="0">
                <a:latin typeface="Times New Roman"/>
                <a:cs typeface="Times New Roman"/>
              </a:rPr>
              <a:t>d</a:t>
            </a:r>
            <a:r>
              <a:rPr sz="2600" dirty="0">
                <a:latin typeface="Times New Roman"/>
                <a:cs typeface="Times New Roman"/>
              </a:rPr>
              <a:t>ule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57200" y="114300"/>
            <a:ext cx="8229600" cy="742950"/>
          </a:xfrm>
          <a:custGeom>
            <a:avLst/>
            <a:gdLst/>
            <a:ahLst/>
            <a:cxnLst/>
            <a:rect l="l" t="t" r="r" b="b"/>
            <a:pathLst>
              <a:path w="8229600" h="742950">
                <a:moveTo>
                  <a:pt x="8229600" y="0"/>
                </a:moveTo>
                <a:lnTo>
                  <a:pt x="0" y="0"/>
                </a:lnTo>
                <a:lnTo>
                  <a:pt x="0" y="742950"/>
                </a:lnTo>
                <a:lnTo>
                  <a:pt x="8229600" y="742950"/>
                </a:lnTo>
                <a:lnTo>
                  <a:pt x="8229600" y="0"/>
                </a:lnTo>
                <a:close/>
              </a:path>
            </a:pathLst>
          </a:custGeom>
          <a:solidFill>
            <a:schemeClr val="accent5">
              <a:lumMod val="75000"/>
            </a:schemeClr>
          </a:solidFill>
        </p:spPr>
        <p:txBody>
          <a:bodyPr wrap="square" lIns="0" tIns="0" rIns="0" bIns="0" rtlCol="0"/>
          <a:lstStyle/>
          <a:p>
            <a:endParaRPr/>
          </a:p>
        </p:txBody>
      </p:sp>
      <p:sp>
        <p:nvSpPr>
          <p:cNvPr id="3" name="object 3"/>
          <p:cNvSpPr txBox="1">
            <a:spLocks noGrp="1"/>
          </p:cNvSpPr>
          <p:nvPr>
            <p:ph type="title"/>
          </p:nvPr>
        </p:nvSpPr>
        <p:spPr>
          <a:prstGeom prst="rect">
            <a:avLst/>
          </a:prstGeom>
          <a:solidFill>
            <a:schemeClr val="accent5">
              <a:lumMod val="75000"/>
            </a:schemeClr>
          </a:solidFill>
        </p:spPr>
        <p:txBody>
          <a:bodyPr vert="horz" wrap="square" lIns="0" tIns="138303" rIns="0" bIns="0" rtlCol="0">
            <a:spAutoFit/>
          </a:bodyPr>
          <a:lstStyle/>
          <a:p>
            <a:pPr algn="ctr">
              <a:lnSpc>
                <a:spcPct val="100000"/>
              </a:lnSpc>
              <a:spcBef>
                <a:spcPts val="105"/>
              </a:spcBef>
            </a:pPr>
            <a:r>
              <a:rPr sz="3200" dirty="0"/>
              <a:t>Description</a:t>
            </a:r>
            <a:r>
              <a:rPr sz="3200" spc="-85" dirty="0"/>
              <a:t> </a:t>
            </a:r>
            <a:r>
              <a:rPr sz="3200" dirty="0"/>
              <a:t>of</a:t>
            </a:r>
            <a:r>
              <a:rPr sz="3200" spc="-40" dirty="0"/>
              <a:t> </a:t>
            </a:r>
            <a:r>
              <a:rPr sz="3200" spc="-10" dirty="0"/>
              <a:t>Modules</a:t>
            </a:r>
            <a:endParaRPr sz="3200"/>
          </a:p>
        </p:txBody>
      </p:sp>
      <p:sp>
        <p:nvSpPr>
          <p:cNvPr id="5" name="object 5"/>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pPr marL="38100">
                <a:lnSpc>
                  <a:spcPct val="100000"/>
                </a:lnSpc>
                <a:spcBef>
                  <a:spcPts val="5"/>
                </a:spcBef>
              </a:pPr>
              <a:t>10</a:t>
            </a:fld>
            <a:endParaRPr spc="-25" dirty="0"/>
          </a:p>
        </p:txBody>
      </p:sp>
      <p:sp>
        <p:nvSpPr>
          <p:cNvPr id="6" name="object 6"/>
          <p:cNvSpPr txBox="1">
            <a:spLocks noGrp="1"/>
          </p:cNvSpPr>
          <p:nvPr>
            <p:ph type="ftr" sz="quarter" idx="5"/>
          </p:nvPr>
        </p:nvSpPr>
        <p:spPr>
          <a:xfrm>
            <a:off x="2091308" y="4806620"/>
            <a:ext cx="4838954" cy="179536"/>
          </a:xfrm>
          <a:prstGeom prst="rect">
            <a:avLst/>
          </a:prstGeom>
        </p:spPr>
        <p:txBody>
          <a:bodyPr vert="horz" wrap="square" lIns="0" tIns="0" rIns="0" bIns="0" rtlCol="0">
            <a:spAutoFit/>
          </a:bodyPr>
          <a:lstStyle/>
          <a:p>
            <a:pPr marL="1034415">
              <a:lnSpc>
                <a:spcPts val="1410"/>
              </a:lnSpc>
            </a:pPr>
            <a:r>
              <a:t>EGB1201</a:t>
            </a:r>
            <a:r>
              <a:rPr spc="-45"/>
              <a:t> </a:t>
            </a:r>
            <a:r>
              <a:t>–</a:t>
            </a:r>
            <a:r>
              <a:rPr spc="-20"/>
              <a:t> </a:t>
            </a:r>
            <a:r>
              <a:rPr spc="-85"/>
              <a:t>JAVA</a:t>
            </a:r>
            <a:r>
              <a:rPr spc="-90"/>
              <a:t> </a:t>
            </a:r>
            <a:r>
              <a:t>PROGRAMMING</a:t>
            </a:r>
            <a:r>
              <a:rPr spc="-35"/>
              <a:t> </a:t>
            </a:r>
            <a:r>
              <a:t>–PROJECT</a:t>
            </a:r>
            <a:r>
              <a:rPr spc="-70"/>
              <a:t> </a:t>
            </a:r>
            <a:r>
              <a:t>REVIEW</a:t>
            </a:r>
            <a:r>
              <a:rPr spc="-5"/>
              <a:t> </a:t>
            </a:r>
            <a:r>
              <a:rPr lang="en-US" spc="-50"/>
              <a:t>2</a:t>
            </a:r>
            <a:endParaRPr spc="-50" dirty="0"/>
          </a:p>
        </p:txBody>
      </p:sp>
      <p:sp>
        <p:nvSpPr>
          <p:cNvPr id="4" name="object 4"/>
          <p:cNvSpPr txBox="1">
            <a:spLocks noGrp="1"/>
          </p:cNvSpPr>
          <p:nvPr>
            <p:ph type="body" idx="1"/>
          </p:nvPr>
        </p:nvSpPr>
        <p:spPr>
          <a:xfrm>
            <a:off x="533400" y="1276350"/>
            <a:ext cx="8056880" cy="2705869"/>
          </a:xfrm>
          <a:prstGeom prst="rect">
            <a:avLst/>
          </a:prstGeom>
        </p:spPr>
        <p:txBody>
          <a:bodyPr vert="horz" wrap="square" lIns="0" tIns="12700" rIns="0" bIns="0" rtlCol="0">
            <a:spAutoFit/>
          </a:bodyPr>
          <a:lstStyle/>
          <a:p>
            <a:pPr marL="286385" marR="361315" indent="-274320">
              <a:lnSpc>
                <a:spcPct val="100000"/>
              </a:lnSpc>
              <a:spcBef>
                <a:spcPts val="100"/>
              </a:spcBef>
              <a:tabLst>
                <a:tab pos="286385" algn="l"/>
              </a:tabLst>
            </a:pPr>
            <a:r>
              <a:rPr sz="1800" spc="-1800">
                <a:solidFill>
                  <a:srgbClr val="717BA2"/>
                </a:solidFill>
                <a:latin typeface="Microsoft Sans Serif"/>
                <a:cs typeface="Microsoft Sans Serif"/>
              </a:rPr>
              <a:t>🞂</a:t>
            </a:r>
            <a:r>
              <a:rPr sz="2000">
                <a:solidFill>
                  <a:srgbClr val="717BA2"/>
                </a:solidFill>
                <a:latin typeface="Microsoft Sans Serif"/>
                <a:cs typeface="Microsoft Sans Serif"/>
              </a:rPr>
              <a:t>​</a:t>
            </a:r>
            <a:r>
              <a:rPr lang="en-US" sz="2000" dirty="0">
                <a:solidFill>
                  <a:srgbClr val="717BA2"/>
                </a:solidFill>
                <a:latin typeface="Microsoft Sans Serif"/>
                <a:cs typeface="Microsoft Sans Serif"/>
              </a:rPr>
              <a:t>    </a:t>
            </a:r>
            <a:r>
              <a:rPr sz="2000"/>
              <a:t>Location</a:t>
            </a:r>
            <a:r>
              <a:rPr sz="2000" spc="-50"/>
              <a:t> </a:t>
            </a:r>
            <a:r>
              <a:rPr sz="2000" dirty="0"/>
              <a:t>&amp;</a:t>
            </a:r>
            <a:r>
              <a:rPr sz="2000" spc="-10" dirty="0"/>
              <a:t> </a:t>
            </a:r>
            <a:r>
              <a:rPr sz="2000" dirty="0"/>
              <a:t>GPS</a:t>
            </a:r>
            <a:r>
              <a:rPr sz="2000" spc="-5" dirty="0"/>
              <a:t> </a:t>
            </a:r>
            <a:r>
              <a:rPr sz="2000" dirty="0"/>
              <a:t>Module:The</a:t>
            </a:r>
            <a:r>
              <a:rPr sz="2000" spc="-25" dirty="0"/>
              <a:t> </a:t>
            </a:r>
            <a:r>
              <a:rPr sz="2000" dirty="0"/>
              <a:t>location</a:t>
            </a:r>
            <a:r>
              <a:rPr sz="2000" spc="-45" dirty="0"/>
              <a:t> </a:t>
            </a:r>
            <a:r>
              <a:rPr sz="2000" dirty="0"/>
              <a:t>module</a:t>
            </a:r>
            <a:r>
              <a:rPr sz="2000" spc="-5" dirty="0"/>
              <a:t> </a:t>
            </a:r>
            <a:r>
              <a:rPr sz="2000" dirty="0"/>
              <a:t>is</a:t>
            </a:r>
            <a:r>
              <a:rPr sz="2000" spc="-10" dirty="0"/>
              <a:t> responsible</a:t>
            </a:r>
            <a:r>
              <a:rPr sz="2000" spc="600" dirty="0"/>
              <a:t>  </a:t>
            </a:r>
            <a:r>
              <a:rPr sz="2000" dirty="0"/>
              <a:t>for</a:t>
            </a:r>
            <a:r>
              <a:rPr sz="2000" spc="-30" dirty="0"/>
              <a:t> </a:t>
            </a:r>
            <a:r>
              <a:rPr sz="2000" dirty="0"/>
              <a:t>determining</a:t>
            </a:r>
            <a:r>
              <a:rPr sz="2000" spc="-40" dirty="0"/>
              <a:t> </a:t>
            </a:r>
            <a:r>
              <a:rPr sz="2000" dirty="0"/>
              <a:t>the</a:t>
            </a:r>
            <a:r>
              <a:rPr sz="2000" spc="-30" dirty="0"/>
              <a:t> </a:t>
            </a:r>
            <a:r>
              <a:rPr sz="2000" dirty="0"/>
              <a:t>user’s</a:t>
            </a:r>
            <a:r>
              <a:rPr sz="2000" spc="-35" dirty="0"/>
              <a:t> </a:t>
            </a:r>
            <a:r>
              <a:rPr sz="2000" dirty="0"/>
              <a:t>or</a:t>
            </a:r>
            <a:r>
              <a:rPr sz="2000" spc="-20" dirty="0"/>
              <a:t> </a:t>
            </a:r>
            <a:r>
              <a:rPr sz="2000" spc="-10" dirty="0"/>
              <a:t>device’s</a:t>
            </a:r>
            <a:r>
              <a:rPr sz="2000" spc="-60" dirty="0"/>
              <a:t> </a:t>
            </a:r>
            <a:r>
              <a:rPr sz="2000" dirty="0"/>
              <a:t>current</a:t>
            </a:r>
            <a:r>
              <a:rPr sz="2000" spc="-40" dirty="0"/>
              <a:t> </a:t>
            </a:r>
            <a:r>
              <a:rPr sz="2000" spc="-10"/>
              <a:t>position.</a:t>
            </a:r>
            <a:endParaRPr sz="2000">
              <a:latin typeface="Microsoft Sans Serif"/>
              <a:cs typeface="Microsoft Sans Serif"/>
            </a:endParaRPr>
          </a:p>
          <a:p>
            <a:pPr marL="286385" marR="5080" indent="-274320">
              <a:lnSpc>
                <a:spcPct val="100000"/>
              </a:lnSpc>
              <a:spcBef>
                <a:spcPts val="600"/>
              </a:spcBef>
              <a:tabLst>
                <a:tab pos="286385" algn="l"/>
              </a:tabLst>
            </a:pPr>
            <a:r>
              <a:rPr sz="2000" spc="-1800">
                <a:solidFill>
                  <a:srgbClr val="717BA2"/>
                </a:solidFill>
                <a:latin typeface="Microsoft Sans Serif"/>
                <a:cs typeface="Microsoft Sans Serif"/>
              </a:rPr>
              <a:t>🞂</a:t>
            </a:r>
            <a:r>
              <a:rPr sz="2000">
                <a:solidFill>
                  <a:srgbClr val="717BA2"/>
                </a:solidFill>
                <a:latin typeface="Microsoft Sans Serif"/>
                <a:cs typeface="Microsoft Sans Serif"/>
              </a:rPr>
              <a:t>​</a:t>
            </a:r>
            <a:r>
              <a:rPr lang="en-US" sz="2000" dirty="0">
                <a:solidFill>
                  <a:srgbClr val="717BA2"/>
                </a:solidFill>
                <a:latin typeface="Microsoft Sans Serif"/>
                <a:cs typeface="Microsoft Sans Serif"/>
              </a:rPr>
              <a:t>    </a:t>
            </a:r>
            <a:r>
              <a:rPr sz="2000"/>
              <a:t>Map</a:t>
            </a:r>
            <a:r>
              <a:rPr sz="2000" spc="-30"/>
              <a:t> </a:t>
            </a:r>
            <a:r>
              <a:rPr sz="2000" dirty="0"/>
              <a:t>Data</a:t>
            </a:r>
            <a:r>
              <a:rPr sz="2000" spc="-20" dirty="0"/>
              <a:t> </a:t>
            </a:r>
            <a:r>
              <a:rPr sz="2000" dirty="0"/>
              <a:t>Management</a:t>
            </a:r>
            <a:r>
              <a:rPr sz="2000" spc="-25" dirty="0"/>
              <a:t> </a:t>
            </a:r>
            <a:r>
              <a:rPr sz="2000" dirty="0"/>
              <a:t>Module:</a:t>
            </a:r>
            <a:r>
              <a:rPr sz="2000" spc="-80" dirty="0"/>
              <a:t> </a:t>
            </a:r>
            <a:r>
              <a:rPr sz="2000" dirty="0"/>
              <a:t>This</a:t>
            </a:r>
            <a:r>
              <a:rPr sz="2000" spc="-20" dirty="0"/>
              <a:t> </a:t>
            </a:r>
            <a:r>
              <a:rPr sz="2000" dirty="0"/>
              <a:t>module</a:t>
            </a:r>
            <a:r>
              <a:rPr sz="2000" spc="-15" dirty="0"/>
              <a:t> </a:t>
            </a:r>
            <a:r>
              <a:rPr sz="2000" dirty="0"/>
              <a:t>is</a:t>
            </a:r>
            <a:r>
              <a:rPr sz="2000" spc="-30" dirty="0"/>
              <a:t> </a:t>
            </a:r>
            <a:r>
              <a:rPr sz="2000" dirty="0"/>
              <a:t>responsible</a:t>
            </a:r>
            <a:r>
              <a:rPr sz="2000" spc="-35" dirty="0"/>
              <a:t> </a:t>
            </a:r>
            <a:r>
              <a:rPr sz="2000" spc="-425" dirty="0"/>
              <a:t>for</a:t>
            </a:r>
            <a:r>
              <a:rPr sz="2000" spc="600" dirty="0"/>
              <a:t>   </a:t>
            </a:r>
            <a:r>
              <a:rPr sz="2000" dirty="0"/>
              <a:t>storing,</a:t>
            </a:r>
            <a:r>
              <a:rPr sz="2000" spc="-40" dirty="0"/>
              <a:t> </a:t>
            </a:r>
            <a:r>
              <a:rPr sz="2000" dirty="0"/>
              <a:t>updating,</a:t>
            </a:r>
            <a:r>
              <a:rPr sz="2000" spc="-25" dirty="0"/>
              <a:t> </a:t>
            </a:r>
            <a:r>
              <a:rPr sz="2000" dirty="0"/>
              <a:t>and</a:t>
            </a:r>
            <a:r>
              <a:rPr sz="2000" spc="-5" dirty="0"/>
              <a:t> </a:t>
            </a:r>
            <a:r>
              <a:rPr sz="2000" dirty="0"/>
              <a:t>organizing</a:t>
            </a:r>
            <a:r>
              <a:rPr sz="2000" spc="-40" dirty="0"/>
              <a:t> </a:t>
            </a:r>
            <a:r>
              <a:rPr sz="2000" spc="-10" dirty="0"/>
              <a:t>map-</a:t>
            </a:r>
            <a:r>
              <a:rPr sz="2000" dirty="0"/>
              <a:t>related</a:t>
            </a:r>
            <a:r>
              <a:rPr sz="2000" spc="-45" dirty="0"/>
              <a:t> </a:t>
            </a:r>
            <a:r>
              <a:rPr sz="2000" spc="-10" dirty="0"/>
              <a:t>data.</a:t>
            </a:r>
            <a:endParaRPr sz="2000">
              <a:latin typeface="Microsoft Sans Serif"/>
              <a:cs typeface="Microsoft Sans Serif"/>
            </a:endParaRPr>
          </a:p>
          <a:p>
            <a:pPr marL="12700">
              <a:lnSpc>
                <a:spcPct val="100000"/>
              </a:lnSpc>
              <a:spcBef>
                <a:spcPts val="605"/>
              </a:spcBef>
              <a:tabLst>
                <a:tab pos="286385" algn="l"/>
              </a:tabLst>
            </a:pPr>
            <a:r>
              <a:rPr sz="2000" spc="1510">
                <a:solidFill>
                  <a:srgbClr val="717BA2"/>
                </a:solidFill>
                <a:latin typeface="Microsoft Sans Serif"/>
                <a:cs typeface="Microsoft Sans Serif"/>
              </a:rPr>
              <a:t>🞂</a:t>
            </a:r>
            <a:r>
              <a:rPr sz="2000"/>
              <a:t>R</a:t>
            </a:r>
            <a:r>
              <a:rPr sz="2000" spc="-10"/>
              <a:t>o</a:t>
            </a:r>
            <a:r>
              <a:rPr sz="2000"/>
              <a:t>ute</a:t>
            </a:r>
            <a:r>
              <a:rPr sz="2000" spc="-20"/>
              <a:t> </a:t>
            </a:r>
            <a:r>
              <a:rPr sz="2000" dirty="0"/>
              <a:t>planning</a:t>
            </a:r>
            <a:r>
              <a:rPr sz="2000" spc="-25" dirty="0"/>
              <a:t> m</a:t>
            </a:r>
            <a:r>
              <a:rPr sz="2000" dirty="0"/>
              <a:t>odule</a:t>
            </a:r>
            <a:r>
              <a:rPr sz="2000" spc="10" dirty="0"/>
              <a:t>:</a:t>
            </a:r>
            <a:r>
              <a:rPr sz="2000" dirty="0"/>
              <a:t>It</a:t>
            </a:r>
            <a:r>
              <a:rPr sz="2000" spc="-20" dirty="0"/>
              <a:t> </a:t>
            </a:r>
            <a:r>
              <a:rPr sz="2000" dirty="0"/>
              <a:t>uses </a:t>
            </a:r>
            <a:r>
              <a:rPr sz="2000" spc="-20" dirty="0"/>
              <a:t>m</a:t>
            </a:r>
            <a:r>
              <a:rPr sz="2000" dirty="0"/>
              <a:t>ap</a:t>
            </a:r>
            <a:r>
              <a:rPr sz="2000" spc="10" dirty="0"/>
              <a:t> </a:t>
            </a:r>
            <a:r>
              <a:rPr sz="2000" dirty="0"/>
              <a:t>data,</a:t>
            </a:r>
            <a:r>
              <a:rPr sz="2000" spc="-20" dirty="0"/>
              <a:t> </a:t>
            </a:r>
            <a:r>
              <a:rPr sz="2000" dirty="0"/>
              <a:t>loca</a:t>
            </a:r>
            <a:r>
              <a:rPr sz="2000" spc="5" dirty="0"/>
              <a:t>t</a:t>
            </a:r>
            <a:r>
              <a:rPr sz="2000" dirty="0"/>
              <a:t>ion</a:t>
            </a:r>
            <a:r>
              <a:rPr sz="2000" spc="-40" dirty="0"/>
              <a:t> </a:t>
            </a:r>
            <a:r>
              <a:rPr sz="2000" dirty="0"/>
              <a:t>infor</a:t>
            </a:r>
            <a:r>
              <a:rPr sz="2000" spc="-25" dirty="0"/>
              <a:t>m</a:t>
            </a:r>
            <a:r>
              <a:rPr sz="2000" dirty="0"/>
              <a:t>at</a:t>
            </a:r>
            <a:r>
              <a:rPr sz="2000" spc="5" dirty="0"/>
              <a:t>i</a:t>
            </a:r>
            <a:r>
              <a:rPr sz="2000" dirty="0"/>
              <a:t>on,</a:t>
            </a:r>
            <a:endParaRPr sz="2000">
              <a:latin typeface="Microsoft Sans Serif"/>
              <a:cs typeface="Microsoft Sans Serif"/>
            </a:endParaRPr>
          </a:p>
          <a:p>
            <a:pPr marL="286385">
              <a:lnSpc>
                <a:spcPct val="100000"/>
              </a:lnSpc>
            </a:pPr>
            <a:r>
              <a:rPr sz="2000" dirty="0"/>
              <a:t>and</a:t>
            </a:r>
            <a:r>
              <a:rPr sz="2000" spc="-40" dirty="0"/>
              <a:t> </a:t>
            </a:r>
            <a:r>
              <a:rPr sz="2000" dirty="0"/>
              <a:t>sometimes</a:t>
            </a:r>
            <a:r>
              <a:rPr sz="2000" spc="-30" dirty="0"/>
              <a:t> </a:t>
            </a:r>
            <a:r>
              <a:rPr sz="2000" dirty="0"/>
              <a:t>real-time</a:t>
            </a:r>
            <a:r>
              <a:rPr sz="2000" spc="-60" dirty="0"/>
              <a:t> </a:t>
            </a:r>
            <a:r>
              <a:rPr sz="2000" dirty="0"/>
              <a:t>traffic</a:t>
            </a:r>
            <a:r>
              <a:rPr sz="2000" spc="-55" dirty="0"/>
              <a:t> </a:t>
            </a:r>
            <a:r>
              <a:rPr sz="2000" spc="-10" dirty="0"/>
              <a:t>updates.</a:t>
            </a:r>
          </a:p>
          <a:p>
            <a:pPr marL="286385" marR="355600" indent="-274320">
              <a:lnSpc>
                <a:spcPct val="100000"/>
              </a:lnSpc>
              <a:spcBef>
                <a:spcPts val="600"/>
              </a:spcBef>
              <a:tabLst>
                <a:tab pos="286385" algn="l"/>
              </a:tabLst>
            </a:pPr>
            <a:r>
              <a:rPr sz="2000" spc="-1800">
                <a:solidFill>
                  <a:srgbClr val="717BA2"/>
                </a:solidFill>
                <a:latin typeface="Microsoft Sans Serif"/>
                <a:cs typeface="Microsoft Sans Serif"/>
              </a:rPr>
              <a:t>🞂</a:t>
            </a:r>
            <a:r>
              <a:rPr sz="2000">
                <a:solidFill>
                  <a:srgbClr val="717BA2"/>
                </a:solidFill>
                <a:latin typeface="Microsoft Sans Serif"/>
                <a:cs typeface="Microsoft Sans Serif"/>
              </a:rPr>
              <a:t>​</a:t>
            </a:r>
            <a:r>
              <a:rPr lang="en-US" sz="2000" dirty="0">
                <a:solidFill>
                  <a:srgbClr val="717BA2"/>
                </a:solidFill>
                <a:latin typeface="Microsoft Sans Serif"/>
                <a:cs typeface="Microsoft Sans Serif"/>
              </a:rPr>
              <a:t>    </a:t>
            </a:r>
            <a:r>
              <a:rPr sz="2000"/>
              <a:t>Navigation</a:t>
            </a:r>
            <a:r>
              <a:rPr sz="2000" spc="-60"/>
              <a:t> </a:t>
            </a:r>
            <a:r>
              <a:rPr sz="2000" dirty="0"/>
              <a:t>Guidance</a:t>
            </a:r>
            <a:r>
              <a:rPr sz="2000" spc="-5" dirty="0"/>
              <a:t> </a:t>
            </a:r>
            <a:r>
              <a:rPr sz="2000" dirty="0"/>
              <a:t>Module:This</a:t>
            </a:r>
            <a:r>
              <a:rPr sz="2000" spc="-40" dirty="0"/>
              <a:t> </a:t>
            </a:r>
            <a:r>
              <a:rPr sz="2000" dirty="0"/>
              <a:t>module</a:t>
            </a:r>
            <a:r>
              <a:rPr sz="2000" spc="-15" dirty="0"/>
              <a:t> </a:t>
            </a:r>
            <a:r>
              <a:rPr sz="2000" dirty="0"/>
              <a:t>is</a:t>
            </a:r>
            <a:r>
              <a:rPr sz="2000" spc="-10" dirty="0"/>
              <a:t> </a:t>
            </a:r>
            <a:r>
              <a:rPr sz="2000" dirty="0"/>
              <a:t>responsible</a:t>
            </a:r>
            <a:r>
              <a:rPr sz="2000" spc="-50" dirty="0"/>
              <a:t> </a:t>
            </a:r>
            <a:r>
              <a:rPr sz="2000" spc="-420" dirty="0"/>
              <a:t>for</a:t>
            </a:r>
            <a:r>
              <a:rPr sz="2000" spc="600" dirty="0"/>
              <a:t>   </a:t>
            </a:r>
            <a:r>
              <a:rPr sz="2000" dirty="0"/>
              <a:t>guiding</a:t>
            </a:r>
            <a:r>
              <a:rPr sz="2000" spc="-45" dirty="0"/>
              <a:t> </a:t>
            </a:r>
            <a:r>
              <a:rPr sz="2000" dirty="0"/>
              <a:t>the</a:t>
            </a:r>
            <a:r>
              <a:rPr sz="2000" spc="-15" dirty="0"/>
              <a:t> </a:t>
            </a:r>
            <a:r>
              <a:rPr sz="2000" dirty="0"/>
              <a:t>user</a:t>
            </a:r>
            <a:r>
              <a:rPr sz="2000" spc="5" dirty="0"/>
              <a:t> </a:t>
            </a:r>
            <a:r>
              <a:rPr sz="2000" dirty="0"/>
              <a:t>step</a:t>
            </a:r>
            <a:r>
              <a:rPr sz="2000" spc="-30" dirty="0"/>
              <a:t> </a:t>
            </a:r>
            <a:r>
              <a:rPr sz="2000" dirty="0"/>
              <a:t>by</a:t>
            </a:r>
            <a:r>
              <a:rPr sz="2000" spc="-5" dirty="0"/>
              <a:t> </a:t>
            </a:r>
            <a:r>
              <a:rPr sz="2000" dirty="0"/>
              <a:t>step</a:t>
            </a:r>
            <a:r>
              <a:rPr sz="2000" spc="-10" dirty="0"/>
              <a:t> </a:t>
            </a:r>
            <a:r>
              <a:rPr sz="2000" dirty="0"/>
              <a:t>along</a:t>
            </a:r>
            <a:r>
              <a:rPr sz="2000" spc="-20" dirty="0"/>
              <a:t> </a:t>
            </a:r>
            <a:r>
              <a:rPr sz="2000" dirty="0"/>
              <a:t>the</a:t>
            </a:r>
            <a:r>
              <a:rPr sz="2000" spc="-15" dirty="0"/>
              <a:t> </a:t>
            </a:r>
            <a:r>
              <a:rPr sz="2000" dirty="0"/>
              <a:t>planned</a:t>
            </a:r>
            <a:r>
              <a:rPr sz="2000" spc="-25" dirty="0"/>
              <a:t> </a:t>
            </a:r>
            <a:r>
              <a:rPr sz="2000" spc="-10" dirty="0"/>
              <a:t>route.</a:t>
            </a:r>
            <a:endParaRPr sz="2000">
              <a:latin typeface="Microsoft Sans Serif"/>
              <a:cs typeface="Microsoft Sans Serif"/>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5">
              <a:lumMod val="75000"/>
            </a:schemeClr>
          </a:solidFill>
        </p:spPr>
        <p:txBody>
          <a:bodyPr/>
          <a:lstStyle/>
          <a:p>
            <a:pPr algn="ctr"/>
            <a:r>
              <a:rPr lang="en-US" dirty="0"/>
              <a:t>Result</a:t>
            </a:r>
          </a:p>
        </p:txBody>
      </p:sp>
      <p:pic>
        <p:nvPicPr>
          <p:cNvPr id="3" name="Picture 2" descr="city.jpg"/>
          <p:cNvPicPr>
            <a:picLocks noChangeAspect="1"/>
          </p:cNvPicPr>
          <p:nvPr/>
        </p:nvPicPr>
        <p:blipFill>
          <a:blip r:embed="rId2"/>
          <a:stretch>
            <a:fillRect/>
          </a:stretch>
        </p:blipFill>
        <p:spPr>
          <a:xfrm>
            <a:off x="914400" y="1200150"/>
            <a:ext cx="7377055" cy="3028950"/>
          </a:xfrm>
          <a:prstGeom prst="rect">
            <a:avLst/>
          </a:prstGeom>
        </p:spPr>
      </p:pic>
      <p:sp>
        <p:nvSpPr>
          <p:cNvPr id="7" name="Slide Number Placeholder 6"/>
          <p:cNvSpPr>
            <a:spLocks noGrp="1"/>
          </p:cNvSpPr>
          <p:nvPr>
            <p:ph type="sldNum" sz="quarter" idx="7"/>
          </p:nvPr>
        </p:nvSpPr>
        <p:spPr/>
        <p:txBody>
          <a:bodyPr/>
          <a:lstStyle/>
          <a:p>
            <a:pPr marL="38100">
              <a:lnSpc>
                <a:spcPct val="100000"/>
              </a:lnSpc>
              <a:spcBef>
                <a:spcPts val="5"/>
              </a:spcBef>
            </a:pPr>
            <a:fld id="{81D60167-4931-47E6-BA6A-407CBD079E47}" type="slidenum">
              <a:rPr lang="en-US" spc="-50" smtClean="0"/>
              <a:pPr marL="38100">
                <a:lnSpc>
                  <a:spcPct val="100000"/>
                </a:lnSpc>
                <a:spcBef>
                  <a:spcPts val="5"/>
                </a:spcBef>
              </a:pPr>
              <a:t>11</a:t>
            </a:fld>
            <a:endParaRPr lang="en-US" spc="-50" dirty="0"/>
          </a:p>
        </p:txBody>
      </p:sp>
      <p:sp>
        <p:nvSpPr>
          <p:cNvPr id="8" name="Footer Placeholder 7"/>
          <p:cNvSpPr>
            <a:spLocks noGrp="1"/>
          </p:cNvSpPr>
          <p:nvPr>
            <p:ph type="ftr" sz="quarter" idx="5"/>
          </p:nvPr>
        </p:nvSpPr>
        <p:spPr>
          <a:xfrm>
            <a:off x="2091308" y="4806620"/>
            <a:ext cx="4838954" cy="179536"/>
          </a:xfrm>
        </p:spPr>
        <p:txBody>
          <a:bodyPr/>
          <a:lstStyle/>
          <a:p>
            <a:pPr marL="802640">
              <a:lnSpc>
                <a:spcPts val="1410"/>
              </a:lnSpc>
            </a:pPr>
            <a:r>
              <a:rPr lang="en-US" dirty="0"/>
              <a:t>EGB1201</a:t>
            </a:r>
            <a:r>
              <a:rPr lang="en-US" spc="-40" dirty="0"/>
              <a:t> </a:t>
            </a:r>
            <a:r>
              <a:rPr lang="en-US" dirty="0"/>
              <a:t>–</a:t>
            </a:r>
            <a:r>
              <a:rPr lang="en-US" spc="-25" dirty="0"/>
              <a:t> </a:t>
            </a:r>
            <a:r>
              <a:rPr lang="en-US" spc="-85" dirty="0"/>
              <a:t>JAVA</a:t>
            </a:r>
            <a:r>
              <a:rPr lang="en-US" spc="-90" dirty="0"/>
              <a:t> </a:t>
            </a:r>
            <a:r>
              <a:rPr lang="en-US" dirty="0"/>
              <a:t>PROGRAMMING</a:t>
            </a:r>
            <a:r>
              <a:rPr lang="en-US" spc="-35" dirty="0"/>
              <a:t> </a:t>
            </a:r>
            <a:r>
              <a:rPr lang="en-US" dirty="0"/>
              <a:t>–PROJECT</a:t>
            </a:r>
            <a:r>
              <a:rPr lang="en-US" spc="-70" dirty="0"/>
              <a:t> </a:t>
            </a:r>
            <a:r>
              <a:rPr lang="en-US" dirty="0"/>
              <a:t>REVIEW</a:t>
            </a:r>
            <a:r>
              <a:rPr lang="en-US" spc="-5" dirty="0"/>
              <a:t> </a:t>
            </a:r>
            <a:r>
              <a:rPr lang="en-US" spc="-50" dirty="0"/>
              <a:t>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EE740-BC4C-478B-8345-192DF95DC681}"/>
              </a:ext>
            </a:extLst>
          </p:cNvPr>
          <p:cNvSpPr>
            <a:spLocks noGrp="1"/>
          </p:cNvSpPr>
          <p:nvPr>
            <p:ph type="title"/>
          </p:nvPr>
        </p:nvSpPr>
        <p:spPr/>
        <p:txBody>
          <a:bodyPr/>
          <a:lstStyle/>
          <a:p>
            <a:r>
              <a:rPr lang="en-IN" dirty="0"/>
              <a:t>CONCLUSION</a:t>
            </a:r>
          </a:p>
        </p:txBody>
      </p:sp>
      <p:sp>
        <p:nvSpPr>
          <p:cNvPr id="3" name="Text Placeholder 2">
            <a:extLst>
              <a:ext uri="{FF2B5EF4-FFF2-40B4-BE49-F238E27FC236}">
                <a16:creationId xmlns:a16="http://schemas.microsoft.com/office/drawing/2014/main" id="{4C1A619B-5682-1037-79A0-0BC95135AAAF}"/>
              </a:ext>
            </a:extLst>
          </p:cNvPr>
          <p:cNvSpPr>
            <a:spLocks noGrp="1"/>
          </p:cNvSpPr>
          <p:nvPr>
            <p:ph type="body" idx="1"/>
          </p:nvPr>
        </p:nvSpPr>
        <p:spPr>
          <a:xfrm>
            <a:off x="535940" y="937005"/>
            <a:ext cx="8056880" cy="4062651"/>
          </a:xfrm>
        </p:spPr>
        <p:txBody>
          <a:bodyPr/>
          <a:lstStyle/>
          <a:p>
            <a:r>
              <a:rPr lang="en-US" dirty="0"/>
              <a:t>The City Navigation System developed using Java successfully demonstrates how programming concepts can be applied to solve real-world navigation problems. This project helps users find routes, distances, and important locations within a city in an organized and efficient </a:t>
            </a:r>
            <a:r>
              <a:rPr lang="en-US" dirty="0" err="1"/>
              <a:t>way.Through</a:t>
            </a:r>
            <a:r>
              <a:rPr lang="en-US" dirty="0"/>
              <a:t> this project, we implemented core Java concepts such as object-oriented programming, data structures (like lists or maps), control statements, and exception handling. It improved our understanding of how navigation systems store city data, process user inputs, and generate meaningful outputs such as shortest paths and location details.</a:t>
            </a:r>
            <a:endParaRPr lang="en-IN" dirty="0"/>
          </a:p>
        </p:txBody>
      </p:sp>
      <p:sp>
        <p:nvSpPr>
          <p:cNvPr id="4" name="object 3">
            <a:extLst>
              <a:ext uri="{FF2B5EF4-FFF2-40B4-BE49-F238E27FC236}">
                <a16:creationId xmlns:a16="http://schemas.microsoft.com/office/drawing/2014/main" id="{C104432F-9BCC-0347-0841-7740A721E2A6}"/>
              </a:ext>
            </a:extLst>
          </p:cNvPr>
          <p:cNvSpPr txBox="1">
            <a:spLocks/>
          </p:cNvSpPr>
          <p:nvPr/>
        </p:nvSpPr>
        <p:spPr>
          <a:xfrm>
            <a:off x="458346" y="175496"/>
            <a:ext cx="8229600" cy="632096"/>
          </a:xfrm>
          <a:prstGeom prst="rect">
            <a:avLst/>
          </a:prstGeom>
          <a:solidFill>
            <a:schemeClr val="accent5">
              <a:lumMod val="75000"/>
            </a:schemeClr>
          </a:solidFill>
        </p:spPr>
        <p:txBody>
          <a:bodyPr vert="horz" wrap="square" lIns="0" tIns="138303" rIns="0" bIns="0" rtlCol="0">
            <a:spAutoFit/>
          </a:bodyPr>
          <a:lstStyle>
            <a:lvl1pPr>
              <a:defRPr sz="4000" b="1" i="0">
                <a:solidFill>
                  <a:schemeClr val="tx1"/>
                </a:solidFill>
                <a:latin typeface="Times New Roman"/>
                <a:ea typeface="+mj-ea"/>
                <a:cs typeface="Times New Roman"/>
              </a:defRPr>
            </a:lvl1pPr>
          </a:lstStyle>
          <a:p>
            <a:pPr algn="ctr">
              <a:spcBef>
                <a:spcPts val="105"/>
              </a:spcBef>
            </a:pPr>
            <a:r>
              <a:rPr lang="en-IN" sz="3200"/>
              <a:t>CONCLUSION</a:t>
            </a:r>
          </a:p>
        </p:txBody>
      </p:sp>
    </p:spTree>
    <p:extLst>
      <p:ext uri="{BB962C8B-B14F-4D97-AF65-F5344CB8AC3E}">
        <p14:creationId xmlns:p14="http://schemas.microsoft.com/office/powerpoint/2010/main" val="2727641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5">
              <a:lumMod val="75000"/>
            </a:schemeClr>
          </a:solidFill>
        </p:spPr>
        <p:txBody>
          <a:bodyPr/>
          <a:lstStyle/>
          <a:p>
            <a:pPr algn="ctr"/>
            <a:r>
              <a:rPr lang="en-US" dirty="0"/>
              <a:t>Reference</a:t>
            </a:r>
          </a:p>
        </p:txBody>
      </p:sp>
      <p:sp>
        <p:nvSpPr>
          <p:cNvPr id="4" name="Rectangle 3"/>
          <p:cNvSpPr/>
          <p:nvPr/>
        </p:nvSpPr>
        <p:spPr>
          <a:xfrm>
            <a:off x="457200" y="1047750"/>
            <a:ext cx="8229600" cy="3477875"/>
          </a:xfrm>
          <a:prstGeom prst="rect">
            <a:avLst/>
          </a:prstGeom>
        </p:spPr>
        <p:txBody>
          <a:bodyPr wrap="square">
            <a:spAutoFit/>
          </a:bodyPr>
          <a:lstStyle/>
          <a:p>
            <a:pPr algn="just">
              <a:buFont typeface="Wingdings" pitchFamily="2" charset="2"/>
              <a:buChar char="Ø"/>
            </a:pPr>
            <a:r>
              <a:rPr lang="en-US" sz="2000" dirty="0" err="1">
                <a:latin typeface="Times New Roman" pitchFamily="18" charset="0"/>
                <a:cs typeface="Times New Roman" pitchFamily="18" charset="0"/>
              </a:rPr>
              <a:t>Zheng</a:t>
            </a:r>
            <a:r>
              <a:rPr lang="en-US" sz="2000" dirty="0">
                <a:latin typeface="Times New Roman" pitchFamily="18" charset="0"/>
                <a:cs typeface="Times New Roman" pitchFamily="18" charset="0"/>
              </a:rPr>
              <a:t>, Y., Capra, L., </a:t>
            </a:r>
            <a:r>
              <a:rPr lang="en-US" sz="2000" dirty="0" err="1">
                <a:latin typeface="Times New Roman" pitchFamily="18" charset="0"/>
                <a:cs typeface="Times New Roman" pitchFamily="18" charset="0"/>
              </a:rPr>
              <a:t>Wolfson</a:t>
            </a:r>
            <a:r>
              <a:rPr lang="en-US" sz="2000" dirty="0">
                <a:latin typeface="Times New Roman" pitchFamily="18" charset="0"/>
                <a:cs typeface="Times New Roman" pitchFamily="18" charset="0"/>
              </a:rPr>
              <a:t>, O., &amp; Yang, H. (2014). Urban computing: concepts, methodologies, and applications. ACM Transactions on Intelligent Systems and Technology.</a:t>
            </a:r>
          </a:p>
          <a:p>
            <a:pPr algn="just"/>
            <a:endParaRPr lang="en-US" sz="2000" dirty="0">
              <a:latin typeface="Times New Roman" pitchFamily="18" charset="0"/>
              <a:cs typeface="Times New Roman" pitchFamily="18" charset="0"/>
            </a:endParaRPr>
          </a:p>
          <a:p>
            <a:pPr algn="just">
              <a:buFont typeface="Wingdings" pitchFamily="2" charset="2"/>
              <a:buChar char="Ø"/>
            </a:pP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Quddus</a:t>
            </a:r>
            <a:r>
              <a:rPr lang="en-US" sz="2000" dirty="0">
                <a:latin typeface="Times New Roman" pitchFamily="18" charset="0"/>
                <a:cs typeface="Times New Roman" pitchFamily="18" charset="0"/>
              </a:rPr>
              <a:t>, M. A., </a:t>
            </a:r>
            <a:r>
              <a:rPr lang="en-US" sz="2000" dirty="0" err="1">
                <a:latin typeface="Times New Roman" pitchFamily="18" charset="0"/>
                <a:cs typeface="Times New Roman" pitchFamily="18" charset="0"/>
              </a:rPr>
              <a:t>Ochieng</a:t>
            </a:r>
            <a:r>
              <a:rPr lang="en-US" sz="2000" dirty="0">
                <a:latin typeface="Times New Roman" pitchFamily="18" charset="0"/>
                <a:cs typeface="Times New Roman" pitchFamily="18" charset="0"/>
              </a:rPr>
              <a:t>, W. Y., &amp; Noland, R. B. (2007). Current map-matching algorithms for transport applications: State-of-the-art review. Transportation Research Part C.</a:t>
            </a:r>
          </a:p>
          <a:p>
            <a:pPr algn="just"/>
            <a:endParaRPr lang="en-US" sz="2000" dirty="0">
              <a:latin typeface="Times New Roman" pitchFamily="18" charset="0"/>
              <a:cs typeface="Times New Roman" pitchFamily="18" charset="0"/>
            </a:endParaRPr>
          </a:p>
          <a:p>
            <a:pPr algn="just">
              <a:buFont typeface="Wingdings" pitchFamily="2" charset="2"/>
              <a:buChar char="Ø"/>
            </a:pP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Papinski</a:t>
            </a:r>
            <a:r>
              <a:rPr lang="en-US" sz="2000" dirty="0">
                <a:latin typeface="Times New Roman" pitchFamily="18" charset="0"/>
                <a:cs typeface="Times New Roman" pitchFamily="18" charset="0"/>
              </a:rPr>
              <a:t>, D., Scott, D. M., &amp; Doherty, S. T. (2009). Exploring the route choice decision-making process using a </a:t>
            </a:r>
            <a:r>
              <a:rPr lang="en-US" sz="2000" dirty="0" err="1">
                <a:latin typeface="Times New Roman" pitchFamily="18" charset="0"/>
                <a:cs typeface="Times New Roman" pitchFamily="18" charset="0"/>
              </a:rPr>
              <a:t>multiobjective</a:t>
            </a:r>
            <a:r>
              <a:rPr lang="en-US" sz="2000" dirty="0">
                <a:latin typeface="Times New Roman" pitchFamily="18" charset="0"/>
                <a:cs typeface="Times New Roman" pitchFamily="18" charset="0"/>
              </a:rPr>
              <a:t> approach. Transportation Research Part F.7.</a:t>
            </a:r>
          </a:p>
        </p:txBody>
      </p:sp>
      <p:sp>
        <p:nvSpPr>
          <p:cNvPr id="8" name="Slide Number Placeholder 7"/>
          <p:cNvSpPr>
            <a:spLocks noGrp="1"/>
          </p:cNvSpPr>
          <p:nvPr>
            <p:ph type="sldNum" sz="quarter" idx="7"/>
          </p:nvPr>
        </p:nvSpPr>
        <p:spPr/>
        <p:txBody>
          <a:bodyPr/>
          <a:lstStyle/>
          <a:p>
            <a:pPr marL="38100">
              <a:lnSpc>
                <a:spcPct val="100000"/>
              </a:lnSpc>
              <a:spcBef>
                <a:spcPts val="5"/>
              </a:spcBef>
            </a:pPr>
            <a:fld id="{81D60167-4931-47E6-BA6A-407CBD079E47}" type="slidenum">
              <a:rPr lang="en-US" spc="-50" smtClean="0"/>
              <a:pPr marL="38100">
                <a:lnSpc>
                  <a:spcPct val="100000"/>
                </a:lnSpc>
                <a:spcBef>
                  <a:spcPts val="5"/>
                </a:spcBef>
              </a:pPr>
              <a:t>13</a:t>
            </a:fld>
            <a:endParaRPr lang="en-US" spc="-50" dirty="0"/>
          </a:p>
        </p:txBody>
      </p:sp>
      <p:sp>
        <p:nvSpPr>
          <p:cNvPr id="9" name="Footer Placeholder 8"/>
          <p:cNvSpPr>
            <a:spLocks noGrp="1"/>
          </p:cNvSpPr>
          <p:nvPr>
            <p:ph type="ftr" sz="quarter" idx="5"/>
          </p:nvPr>
        </p:nvSpPr>
        <p:spPr>
          <a:xfrm>
            <a:off x="2091308" y="4806620"/>
            <a:ext cx="4838954" cy="179536"/>
          </a:xfrm>
        </p:spPr>
        <p:txBody>
          <a:bodyPr/>
          <a:lstStyle/>
          <a:p>
            <a:pPr marL="802640">
              <a:lnSpc>
                <a:spcPts val="1410"/>
              </a:lnSpc>
            </a:pPr>
            <a:r>
              <a:rPr lang="en-US" dirty="0"/>
              <a:t>EGB1201</a:t>
            </a:r>
            <a:r>
              <a:rPr lang="en-US" spc="-40" dirty="0"/>
              <a:t> </a:t>
            </a:r>
            <a:r>
              <a:rPr lang="en-US" dirty="0"/>
              <a:t>–</a:t>
            </a:r>
            <a:r>
              <a:rPr lang="en-US" spc="-25" dirty="0"/>
              <a:t> </a:t>
            </a:r>
            <a:r>
              <a:rPr lang="en-US" spc="-85" dirty="0"/>
              <a:t>JAVA</a:t>
            </a:r>
            <a:r>
              <a:rPr lang="en-US" spc="-90" dirty="0"/>
              <a:t> </a:t>
            </a:r>
            <a:r>
              <a:rPr lang="en-US" dirty="0"/>
              <a:t>PROGRAMMING</a:t>
            </a:r>
            <a:r>
              <a:rPr lang="en-US" spc="-35" dirty="0"/>
              <a:t> </a:t>
            </a:r>
            <a:r>
              <a:rPr lang="en-US" dirty="0"/>
              <a:t>–PROJECT</a:t>
            </a:r>
            <a:r>
              <a:rPr lang="en-US" spc="-70" dirty="0"/>
              <a:t> </a:t>
            </a:r>
            <a:r>
              <a:rPr lang="en-US" dirty="0"/>
              <a:t>REVIEW</a:t>
            </a:r>
            <a:r>
              <a:rPr lang="en-US" spc="-5" dirty="0"/>
              <a:t> </a:t>
            </a:r>
            <a:r>
              <a:rPr lang="en-US" spc="-50" dirty="0"/>
              <a:t>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5143500"/>
            <a:chOff x="0" y="0"/>
            <a:chExt cx="9144000" cy="5143500"/>
          </a:xfrm>
        </p:grpSpPr>
        <p:pic>
          <p:nvPicPr>
            <p:cNvPr id="3" name="object 3"/>
            <p:cNvPicPr/>
            <p:nvPr/>
          </p:nvPicPr>
          <p:blipFill>
            <a:blip r:embed="rId2" cstate="print"/>
            <a:stretch>
              <a:fillRect/>
            </a:stretch>
          </p:blipFill>
          <p:spPr>
            <a:xfrm>
              <a:off x="0" y="0"/>
              <a:ext cx="9144000" cy="5143500"/>
            </a:xfrm>
            <a:prstGeom prst="rect">
              <a:avLst/>
            </a:prstGeom>
          </p:spPr>
        </p:pic>
        <p:sp>
          <p:nvSpPr>
            <p:cNvPr id="4" name="object 4"/>
            <p:cNvSpPr/>
            <p:nvPr/>
          </p:nvSpPr>
          <p:spPr>
            <a:xfrm>
              <a:off x="457200" y="4764875"/>
              <a:ext cx="8229600" cy="0"/>
            </a:xfrm>
            <a:custGeom>
              <a:avLst/>
              <a:gdLst/>
              <a:ahLst/>
              <a:cxnLst/>
              <a:rect l="l" t="t" r="r" b="b"/>
              <a:pathLst>
                <a:path w="8229600">
                  <a:moveTo>
                    <a:pt x="0" y="0"/>
                  </a:moveTo>
                  <a:lnTo>
                    <a:pt x="8229600" y="0"/>
                  </a:lnTo>
                </a:path>
              </a:pathLst>
            </a:custGeom>
            <a:ln w="12700">
              <a:solidFill>
                <a:srgbClr val="9FB8CD"/>
              </a:solidFill>
              <a:prstDash val="sysDash"/>
            </a:ln>
          </p:spPr>
          <p:txBody>
            <a:bodyPr wrap="square" lIns="0" tIns="0" rIns="0" bIns="0" rtlCol="0"/>
            <a:lstStyle/>
            <a:p>
              <a:endParaRPr/>
            </a:p>
          </p:txBody>
        </p:sp>
      </p:grpSp>
      <p:sp>
        <p:nvSpPr>
          <p:cNvPr id="5" name="object 5"/>
          <p:cNvSpPr/>
          <p:nvPr/>
        </p:nvSpPr>
        <p:spPr>
          <a:xfrm>
            <a:off x="457200" y="857250"/>
            <a:ext cx="8229600" cy="0"/>
          </a:xfrm>
          <a:custGeom>
            <a:avLst/>
            <a:gdLst/>
            <a:ahLst/>
            <a:cxnLst/>
            <a:rect l="l" t="t" r="r" b="b"/>
            <a:pathLst>
              <a:path w="8229600">
                <a:moveTo>
                  <a:pt x="0" y="0"/>
                </a:moveTo>
                <a:lnTo>
                  <a:pt x="8229600" y="0"/>
                </a:lnTo>
              </a:path>
            </a:pathLst>
          </a:custGeom>
          <a:ln w="12700">
            <a:solidFill>
              <a:srgbClr val="9FB8CD"/>
            </a:solidFill>
            <a:prstDash val="sysDash"/>
          </a:ln>
        </p:spPr>
        <p:txBody>
          <a:bodyPr wrap="square" lIns="0" tIns="0" rIns="0" bIns="0" rtlCol="0"/>
          <a:lstStyle/>
          <a:p>
            <a:endParaRPr/>
          </a:p>
        </p:txBody>
      </p:sp>
      <p:pic>
        <p:nvPicPr>
          <p:cNvPr id="6" name="object 6"/>
          <p:cNvPicPr/>
          <p:nvPr/>
        </p:nvPicPr>
        <p:blipFill>
          <a:blip r:embed="rId3" cstate="print"/>
          <a:stretch>
            <a:fillRect/>
          </a:stretch>
        </p:blipFill>
        <p:spPr>
          <a:xfrm>
            <a:off x="454367" y="4824158"/>
            <a:ext cx="120319" cy="143129"/>
          </a:xfrm>
          <a:prstGeom prst="rect">
            <a:avLst/>
          </a:prstGeom>
        </p:spPr>
      </p:pic>
      <p:sp>
        <p:nvSpPr>
          <p:cNvPr id="7" name="object 7"/>
          <p:cNvSpPr/>
          <p:nvPr/>
        </p:nvSpPr>
        <p:spPr>
          <a:xfrm>
            <a:off x="457200" y="171450"/>
            <a:ext cx="8229600" cy="685800"/>
          </a:xfrm>
          <a:custGeom>
            <a:avLst/>
            <a:gdLst/>
            <a:ahLst/>
            <a:cxnLst/>
            <a:rect l="l" t="t" r="r" b="b"/>
            <a:pathLst>
              <a:path w="8229600" h="685800">
                <a:moveTo>
                  <a:pt x="8229600" y="0"/>
                </a:moveTo>
                <a:lnTo>
                  <a:pt x="0" y="0"/>
                </a:lnTo>
                <a:lnTo>
                  <a:pt x="0" y="685800"/>
                </a:lnTo>
                <a:lnTo>
                  <a:pt x="8229600" y="685800"/>
                </a:lnTo>
                <a:lnTo>
                  <a:pt x="8229600" y="0"/>
                </a:lnTo>
                <a:close/>
              </a:path>
            </a:pathLst>
          </a:custGeom>
          <a:solidFill>
            <a:schemeClr val="accent5">
              <a:lumMod val="75000"/>
            </a:schemeClr>
          </a:solidFill>
        </p:spPr>
        <p:txBody>
          <a:bodyPr wrap="square" lIns="0" tIns="0" rIns="0" bIns="0" rtlCol="0"/>
          <a:lstStyle/>
          <a:p>
            <a:endParaRPr/>
          </a:p>
        </p:txBody>
      </p:sp>
      <p:sp>
        <p:nvSpPr>
          <p:cNvPr id="8" name="object 8"/>
          <p:cNvSpPr txBox="1">
            <a:spLocks noGrp="1"/>
          </p:cNvSpPr>
          <p:nvPr>
            <p:ph type="title"/>
          </p:nvPr>
        </p:nvSpPr>
        <p:spPr>
          <a:prstGeom prst="rect">
            <a:avLst/>
          </a:prstGeom>
          <a:solidFill>
            <a:schemeClr val="accent5">
              <a:lumMod val="75000"/>
            </a:schemeClr>
          </a:solidFill>
        </p:spPr>
        <p:txBody>
          <a:bodyPr vert="horz" wrap="square" lIns="0" tIns="12065" rIns="0" bIns="0" rtlCol="0">
            <a:spAutoFit/>
          </a:bodyPr>
          <a:lstStyle/>
          <a:p>
            <a:pPr marL="1905" algn="ctr">
              <a:lnSpc>
                <a:spcPct val="100000"/>
              </a:lnSpc>
              <a:spcBef>
                <a:spcPts val="95"/>
              </a:spcBef>
              <a:tabLst>
                <a:tab pos="1677035" algn="l"/>
              </a:tabLst>
            </a:pPr>
            <a:r>
              <a:rPr spc="-10" dirty="0"/>
              <a:t>Thank</a:t>
            </a:r>
            <a:r>
              <a:rPr dirty="0"/>
              <a:t>	</a:t>
            </a:r>
            <a:r>
              <a:rPr spc="-25" dirty="0"/>
              <a:t>You</a:t>
            </a:r>
          </a:p>
        </p:txBody>
      </p:sp>
      <p:sp>
        <p:nvSpPr>
          <p:cNvPr id="9" name="object 9"/>
          <p:cNvSpPr/>
          <p:nvPr/>
        </p:nvSpPr>
        <p:spPr>
          <a:xfrm>
            <a:off x="0" y="2099945"/>
            <a:ext cx="9144000" cy="1664335"/>
          </a:xfrm>
          <a:custGeom>
            <a:avLst/>
            <a:gdLst/>
            <a:ahLst/>
            <a:cxnLst/>
            <a:rect l="l" t="t" r="r" b="b"/>
            <a:pathLst>
              <a:path w="9144000" h="1664335">
                <a:moveTo>
                  <a:pt x="9144000" y="0"/>
                </a:moveTo>
                <a:lnTo>
                  <a:pt x="0" y="0"/>
                </a:lnTo>
                <a:lnTo>
                  <a:pt x="0" y="1664207"/>
                </a:lnTo>
                <a:lnTo>
                  <a:pt x="9144000" y="1664207"/>
                </a:lnTo>
                <a:lnTo>
                  <a:pt x="9144000" y="0"/>
                </a:lnTo>
                <a:close/>
              </a:path>
            </a:pathLst>
          </a:custGeom>
          <a:solidFill>
            <a:srgbClr val="ECEFC9"/>
          </a:solidFill>
        </p:spPr>
        <p:txBody>
          <a:bodyPr wrap="square" lIns="0" tIns="0" rIns="0" bIns="0" rtlCol="0"/>
          <a:lstStyle/>
          <a:p>
            <a:endParaRPr/>
          </a:p>
        </p:txBody>
      </p:sp>
      <p:sp>
        <p:nvSpPr>
          <p:cNvPr id="10" name="object 10"/>
          <p:cNvSpPr txBox="1"/>
          <p:nvPr/>
        </p:nvSpPr>
        <p:spPr>
          <a:xfrm>
            <a:off x="2642997" y="2667126"/>
            <a:ext cx="3856354" cy="574040"/>
          </a:xfrm>
          <a:prstGeom prst="rect">
            <a:avLst/>
          </a:prstGeom>
        </p:spPr>
        <p:txBody>
          <a:bodyPr vert="horz" wrap="square" lIns="0" tIns="12700" rIns="0" bIns="0" rtlCol="0">
            <a:spAutoFit/>
          </a:bodyPr>
          <a:lstStyle/>
          <a:p>
            <a:pPr marL="12700">
              <a:lnSpc>
                <a:spcPct val="100000"/>
              </a:lnSpc>
              <a:spcBef>
                <a:spcPts val="100"/>
              </a:spcBef>
            </a:pPr>
            <a:r>
              <a:rPr sz="3600" b="1" spc="-10" dirty="0">
                <a:latin typeface="Times New Roman"/>
                <a:cs typeface="Times New Roman"/>
              </a:rPr>
              <a:t>ANY</a:t>
            </a:r>
            <a:r>
              <a:rPr sz="3600" b="1" spc="-204" dirty="0">
                <a:latin typeface="Times New Roman"/>
                <a:cs typeface="Times New Roman"/>
              </a:rPr>
              <a:t> </a:t>
            </a:r>
            <a:r>
              <a:rPr sz="3600" b="1" spc="-10" dirty="0">
                <a:latin typeface="Times New Roman"/>
                <a:cs typeface="Times New Roman"/>
              </a:rPr>
              <a:t>QUERIES???</a:t>
            </a:r>
            <a:endParaRPr sz="360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635" rIns="0" bIns="0" rtlCol="0">
            <a:spAutoFit/>
          </a:bodyPr>
          <a:lstStyle/>
          <a:p>
            <a:pPr marL="38100">
              <a:lnSpc>
                <a:spcPct val="100000"/>
              </a:lnSpc>
              <a:spcBef>
                <a:spcPts val="5"/>
              </a:spcBef>
            </a:pPr>
            <a:fld id="{81D60167-4931-47E6-BA6A-407CBD079E47}" type="slidenum">
              <a:rPr spc="-25" dirty="0"/>
              <a:pPr marL="38100">
                <a:lnSpc>
                  <a:spcPct val="100000"/>
                </a:lnSpc>
                <a:spcBef>
                  <a:spcPts val="5"/>
                </a:spcBef>
              </a:pPr>
              <a:t>14</a:t>
            </a:fld>
            <a:endParaRPr spc="-25" dirty="0"/>
          </a:p>
        </p:txBody>
      </p:sp>
      <p:sp>
        <p:nvSpPr>
          <p:cNvPr id="12" name="object 12"/>
          <p:cNvSpPr txBox="1">
            <a:spLocks noGrp="1"/>
          </p:cNvSpPr>
          <p:nvPr>
            <p:ph type="ftr" sz="quarter" idx="5"/>
          </p:nvPr>
        </p:nvSpPr>
        <p:spPr>
          <a:xfrm>
            <a:off x="2091308" y="4806620"/>
            <a:ext cx="4838954" cy="179536"/>
          </a:xfrm>
          <a:prstGeom prst="rect">
            <a:avLst/>
          </a:prstGeom>
        </p:spPr>
        <p:txBody>
          <a:bodyPr vert="horz" wrap="square" lIns="0" tIns="0" rIns="0" bIns="0" rtlCol="0">
            <a:spAutoFit/>
          </a:bodyPr>
          <a:lstStyle/>
          <a:p>
            <a:pPr marL="1034415">
              <a:lnSpc>
                <a:spcPts val="1410"/>
              </a:lnSpc>
            </a:pPr>
            <a:r>
              <a:t>EGB1201</a:t>
            </a:r>
            <a:r>
              <a:rPr spc="-45"/>
              <a:t> </a:t>
            </a:r>
            <a:r>
              <a:t>–</a:t>
            </a:r>
            <a:r>
              <a:rPr spc="-20"/>
              <a:t> </a:t>
            </a:r>
            <a:r>
              <a:rPr spc="-85"/>
              <a:t>JAVA</a:t>
            </a:r>
            <a:r>
              <a:rPr spc="-90"/>
              <a:t> </a:t>
            </a:r>
            <a:r>
              <a:t>PROGRAMMING</a:t>
            </a:r>
            <a:r>
              <a:rPr spc="-35"/>
              <a:t> </a:t>
            </a:r>
            <a:r>
              <a:t>–PROJECT</a:t>
            </a:r>
            <a:r>
              <a:rPr spc="-70"/>
              <a:t> </a:t>
            </a:r>
            <a:r>
              <a:t>REVIEW</a:t>
            </a:r>
            <a:r>
              <a:rPr spc="-5"/>
              <a:t> </a:t>
            </a:r>
            <a:r>
              <a:rPr lang="en-US" spc="-50"/>
              <a:t>2</a:t>
            </a:r>
            <a:endParaRPr spc="-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43</TotalTime>
  <Words>923</Words>
  <Application>Microsoft Office PowerPoint</Application>
  <PresentationFormat>On-screen Show (16:9)</PresentationFormat>
  <Paragraphs>85</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Calibri</vt:lpstr>
      <vt:lpstr>Microsoft Sans Serif</vt:lpstr>
      <vt:lpstr>Times New Roman</vt:lpstr>
      <vt:lpstr>Trebuchet MS</vt:lpstr>
      <vt:lpstr>Wingdings</vt:lpstr>
      <vt:lpstr>Office Theme</vt:lpstr>
      <vt:lpstr>EGB1201 – JAVA PROGRAMMING PROJECT REVIEW-2</vt:lpstr>
      <vt:lpstr>Title of the Project</vt:lpstr>
      <vt:lpstr>Abstract</vt:lpstr>
      <vt:lpstr>Abstract with CO/PO Mapping</vt:lpstr>
      <vt:lpstr>Introduction</vt:lpstr>
      <vt:lpstr>Java Programming - Concepts Used</vt:lpstr>
      <vt:lpstr>Proposed Architecture</vt:lpstr>
      <vt:lpstr>Proposed Architecture - Description</vt:lpstr>
      <vt:lpstr>List of Modules</vt:lpstr>
      <vt:lpstr>Description of Modules</vt:lpstr>
      <vt:lpstr>Result</vt:lpstr>
      <vt:lpstr>CONCLUSION</vt:lpstr>
      <vt:lpstr>Reference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CGB1201 – JAVA PROGRAMMING PROJECT REVIEW-1</dc:title>
  <dc:creator>p2p</dc:creator>
  <cp:lastModifiedBy>DINESH KUMAR S</cp:lastModifiedBy>
  <cp:revision>5</cp:revision>
  <dcterms:created xsi:type="dcterms:W3CDTF">2025-11-19T08:26:31Z</dcterms:created>
  <dcterms:modified xsi:type="dcterms:W3CDTF">2025-12-08T04:53:40Z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2025-08-19T00:00:00Z</vt:filetime>
  </property>
  <property fmtid="{D5CDD505-2E9C-101B-9397-08002B2CF9AE}" pid="3" name="Creator">
    <vt:lpwstr>Microsoft® Office PowerPoint® 2007</vt:lpwstr>
  </property>
  <property fmtid="{D5CDD505-2E9C-101B-9397-08002B2CF9AE}" pid="4" name="LastSaved">
    <vt:filetime>2025-11-19T00:00:00Z</vt:filetime>
  </property>
  <property fmtid="{D5CDD505-2E9C-101B-9397-08002B2CF9AE}" pid="5" name="Producer">
    <vt:lpwstr>Microsoft® Office PowerPoint® 2007</vt:lpwstr>
  </property>
</Properties>
</file>